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22860000" cy="2286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A84"/>
    <a:srgbClr val="9900FF"/>
    <a:srgbClr val="E59EDD"/>
    <a:srgbClr val="FF7401"/>
    <a:srgbClr val="0033CC"/>
    <a:srgbClr val="47D45A"/>
    <a:srgbClr val="46B1E1"/>
    <a:srgbClr val="FFFFFF"/>
    <a:srgbClr val="042433"/>
    <a:srgbClr val="FBF6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43" autoAdjust="0"/>
    <p:restoredTop sz="91041" autoAdjust="0"/>
  </p:normalViewPr>
  <p:slideViewPr>
    <p:cSldViewPr snapToGrid="0">
      <p:cViewPr>
        <p:scale>
          <a:sx n="75" d="100"/>
          <a:sy n="75" d="100"/>
        </p:scale>
        <p:origin x="-1856" y="-3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5BC7E-5981-4EEC-A7EE-5DE1209B3795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477B7-A10B-4D11-946B-5E57F6E1C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13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1pPr>
    <a:lvl2pPr marL="109728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2pPr>
    <a:lvl3pPr marL="219456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3pPr>
    <a:lvl4pPr marL="329184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4pPr>
    <a:lvl5pPr marL="438912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5pPr>
    <a:lvl6pPr marL="548640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6pPr>
    <a:lvl7pPr marL="658368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7pPr>
    <a:lvl8pPr marL="768096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8pPr>
    <a:lvl9pPr marL="8778240" algn="l" defTabSz="219456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477B7-A10B-4D11-946B-5E57F6E1C9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80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ECC05-4DE6-1AA1-BA52-A655E96D4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3E3EC172-90A8-CE25-44BC-917A2B945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1ABC1A65-BB62-6E66-9962-F2454045C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306A3F1-C960-00BE-0130-F0CE6C732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477B7-A10B-4D11-946B-5E57F6E1C9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37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FC7C0-EDE4-FE0C-B89F-299D0D81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FA2EC885-6009-BC07-6D15-38E21ED29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436AE038-6561-DBBC-2948-4555FCF77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7532138-D75C-5F53-C5FE-258DE93BC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477B7-A10B-4D11-946B-5E57F6E1C9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84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9EC8D-16C7-46C3-A47D-37022593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5B755FCC-CA61-0649-A734-F56F07353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13064C7C-58C2-63AE-7397-BAF64B446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8306487-0635-3F51-82A3-198427230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477B7-A10B-4D11-946B-5E57F6E1C9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80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2FD05-3FF6-0BB3-5E33-AF4D4D749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86D9DE3E-6115-4546-AE2B-36AD35ABA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89709167-4A91-BA1C-C3F3-73A306B96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9AFD8523-BAFC-D2B5-F8E9-4F72EE3CC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477B7-A10B-4D11-946B-5E57F6E1C9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97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3741210"/>
            <a:ext cx="19431000" cy="7958667"/>
          </a:xfrm>
        </p:spPr>
        <p:txBody>
          <a:bodyPr anchor="b"/>
          <a:lstStyle>
            <a:lvl1pPr algn="ctr">
              <a:defRPr sz="150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12006793"/>
            <a:ext cx="17145000" cy="5519207"/>
          </a:xfrm>
        </p:spPr>
        <p:txBody>
          <a:bodyPr/>
          <a:lstStyle>
            <a:lvl1pPr marL="0" indent="0" algn="ctr">
              <a:buNone/>
              <a:defRPr sz="6000"/>
            </a:lvl1pPr>
            <a:lvl2pPr marL="1143000" indent="0" algn="ctr">
              <a:buNone/>
              <a:defRPr sz="5000"/>
            </a:lvl2pPr>
            <a:lvl3pPr marL="2286000" indent="0" algn="ctr">
              <a:buNone/>
              <a:defRPr sz="4500"/>
            </a:lvl3pPr>
            <a:lvl4pPr marL="3429000" indent="0" algn="ctr">
              <a:buNone/>
              <a:defRPr sz="4000"/>
            </a:lvl4pPr>
            <a:lvl5pPr marL="4572000" indent="0" algn="ctr">
              <a:buNone/>
              <a:defRPr sz="4000"/>
            </a:lvl5pPr>
            <a:lvl6pPr marL="5715000" indent="0" algn="ctr">
              <a:buNone/>
              <a:defRPr sz="4000"/>
            </a:lvl6pPr>
            <a:lvl7pPr marL="6858000" indent="0" algn="ctr">
              <a:buNone/>
              <a:defRPr sz="4000"/>
            </a:lvl7pPr>
            <a:lvl8pPr marL="8001000" indent="0" algn="ctr">
              <a:buNone/>
              <a:defRPr sz="4000"/>
            </a:lvl8pPr>
            <a:lvl9pPr marL="9144000" indent="0" algn="ctr">
              <a:buNone/>
              <a:defRPr sz="4000"/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18AC-BC31-4106-A103-082FDD0056E3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2BAF-9F51-426B-A876-8BFDEA54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6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18AC-BC31-4106-A103-082FDD0056E3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2BAF-9F51-426B-A876-8BFDEA54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35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0" y="5699132"/>
            <a:ext cx="19716750" cy="9509123"/>
          </a:xfrm>
        </p:spPr>
        <p:txBody>
          <a:bodyPr anchor="b"/>
          <a:lstStyle>
            <a:lvl1pPr>
              <a:defRPr sz="150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0" y="15298215"/>
            <a:ext cx="19716750" cy="5000623"/>
          </a:xfr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1pPr>
            <a:lvl2pPr marL="1143000" indent="0">
              <a:buNone/>
              <a:defRPr sz="5000">
                <a:solidFill>
                  <a:schemeClr val="tx1">
                    <a:tint val="82000"/>
                  </a:schemeClr>
                </a:solidFill>
              </a:defRPr>
            </a:lvl2pPr>
            <a:lvl3pPr marL="22860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3pPr>
            <a:lvl4pPr marL="3429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4pPr>
            <a:lvl5pPr marL="4572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5pPr>
            <a:lvl6pPr marL="5715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6pPr>
            <a:lvl7pPr marL="6858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7pPr>
            <a:lvl8pPr marL="8001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8pPr>
            <a:lvl9pPr marL="9144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18AC-BC31-4106-A103-082FDD0056E3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2BAF-9F51-426B-A876-8BFDEA54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2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6085417"/>
            <a:ext cx="9715500" cy="14504460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6085417"/>
            <a:ext cx="9715500" cy="14504460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18AC-BC31-4106-A103-082FDD0056E3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2BAF-9F51-426B-A876-8BFDEA54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7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217089"/>
            <a:ext cx="19716750" cy="441854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5" y="5603877"/>
            <a:ext cx="9670850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5" y="8350250"/>
            <a:ext cx="9670850" cy="12281960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6" y="5603877"/>
            <a:ext cx="9718478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6" y="8350250"/>
            <a:ext cx="9718478" cy="12281960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18AC-BC31-4106-A103-082FDD0056E3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2BAF-9F51-426B-A876-8BFDEA54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4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18AC-BC31-4106-A103-082FDD0056E3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2BAF-9F51-426B-A876-8BFDEA54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1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18AC-BC31-4106-A103-082FDD0056E3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2BAF-9F51-426B-A876-8BFDEA54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4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3291422"/>
            <a:ext cx="11572875" cy="16245417"/>
          </a:xfrm>
        </p:spPr>
        <p:txBody>
          <a:bodyPr/>
          <a:lstStyle>
            <a:lvl1pPr>
              <a:defRPr sz="8000"/>
            </a:lvl1pPr>
            <a:lvl2pPr>
              <a:defRPr sz="7000"/>
            </a:lvl2pPr>
            <a:lvl3pPr>
              <a:defRPr sz="6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6858000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18AC-BC31-4106-A103-082FDD0056E3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2BAF-9F51-426B-A876-8BFDEA54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66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3291422"/>
            <a:ext cx="11572875" cy="16245417"/>
          </a:xfrm>
        </p:spPr>
        <p:txBody>
          <a:bodyPr anchor="t"/>
          <a:lstStyle>
            <a:lvl1pPr marL="0" indent="0">
              <a:buNone/>
              <a:defRPr sz="8000"/>
            </a:lvl1pPr>
            <a:lvl2pPr marL="1143000" indent="0">
              <a:buNone/>
              <a:defRPr sz="7000"/>
            </a:lvl2pPr>
            <a:lvl3pPr marL="2286000" indent="0">
              <a:buNone/>
              <a:defRPr sz="6000"/>
            </a:lvl3pPr>
            <a:lvl4pPr marL="3429000" indent="0">
              <a:buNone/>
              <a:defRPr sz="5000"/>
            </a:lvl4pPr>
            <a:lvl5pPr marL="4572000" indent="0">
              <a:buNone/>
              <a:defRPr sz="5000"/>
            </a:lvl5pPr>
            <a:lvl6pPr marL="5715000" indent="0">
              <a:buNone/>
              <a:defRPr sz="5000"/>
            </a:lvl6pPr>
            <a:lvl7pPr marL="6858000" indent="0">
              <a:buNone/>
              <a:defRPr sz="5000"/>
            </a:lvl7pPr>
            <a:lvl8pPr marL="8001000" indent="0">
              <a:buNone/>
              <a:defRPr sz="5000"/>
            </a:lvl8pPr>
            <a:lvl9pPr marL="9144000" indent="0">
              <a:buNone/>
              <a:defRPr sz="50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6858000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18AC-BC31-4106-A103-082FDD0056E3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2BAF-9F51-426B-A876-8BFDEA54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06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18AC-BC31-4106-A103-082FDD0056E3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2BAF-9F51-426B-A876-8BFDEA54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6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9" y="1217084"/>
            <a:ext cx="4929188" cy="19372793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6" y="1217084"/>
            <a:ext cx="14501813" cy="19372793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18AC-BC31-4106-A103-082FDD0056E3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2BAF-9F51-426B-A876-8BFDEA54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1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1217089"/>
            <a:ext cx="19716750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6085417"/>
            <a:ext cx="19716750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21187839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F18AC-BC31-4106-A103-082FDD0056E3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21187839"/>
            <a:ext cx="771525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21187839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32BAF-9F51-426B-A876-8BFDEA54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14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286000" rtl="0" eaLnBrk="1" latinLnBrk="0" hangingPunct="1">
        <a:lnSpc>
          <a:spcPct val="9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0" indent="-571500" algn="l" defTabSz="2286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Nhóm 11">
            <a:extLst>
              <a:ext uri="{FF2B5EF4-FFF2-40B4-BE49-F238E27FC236}">
                <a16:creationId xmlns:a16="http://schemas.microsoft.com/office/drawing/2014/main" id="{9EBEA283-7838-F219-1020-E3FAD98207E3}"/>
              </a:ext>
            </a:extLst>
          </p:cNvPr>
          <p:cNvGrpSpPr/>
          <p:nvPr/>
        </p:nvGrpSpPr>
        <p:grpSpPr>
          <a:xfrm>
            <a:off x="-525964" y="9764138"/>
            <a:ext cx="23930042" cy="9533108"/>
            <a:chOff x="-525964" y="9764138"/>
            <a:chExt cx="23930042" cy="9533108"/>
          </a:xfrm>
        </p:grpSpPr>
        <p:sp>
          <p:nvSpPr>
            <p:cNvPr id="1080" name="Hình chữ nhật: Góc Tròn 1079">
              <a:extLst>
                <a:ext uri="{FF2B5EF4-FFF2-40B4-BE49-F238E27FC236}">
                  <a16:creationId xmlns:a16="http://schemas.microsoft.com/office/drawing/2014/main" id="{67797E8F-FA61-21EC-26B4-1E1E215B2447}"/>
                </a:ext>
              </a:extLst>
            </p:cNvPr>
            <p:cNvSpPr/>
            <p:nvPr/>
          </p:nvSpPr>
          <p:spPr>
            <a:xfrm>
              <a:off x="-525964" y="9764138"/>
              <a:ext cx="23930042" cy="9533108"/>
            </a:xfrm>
            <a:prstGeom prst="roundRect">
              <a:avLst>
                <a:gd name="adj" fmla="val 14234"/>
              </a:avLst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0" name="Hình chữ nhật: Góc Tròn 529">
              <a:extLst>
                <a:ext uri="{FF2B5EF4-FFF2-40B4-BE49-F238E27FC236}">
                  <a16:creationId xmlns:a16="http://schemas.microsoft.com/office/drawing/2014/main" id="{D7EDABFE-4897-8249-FC24-196A102CCCEF}"/>
                </a:ext>
              </a:extLst>
            </p:cNvPr>
            <p:cNvSpPr/>
            <p:nvPr/>
          </p:nvSpPr>
          <p:spPr>
            <a:xfrm>
              <a:off x="2593288" y="10746894"/>
              <a:ext cx="5445220" cy="6483395"/>
            </a:xfrm>
            <a:prstGeom prst="roundRect">
              <a:avLst>
                <a:gd name="adj" fmla="val 14234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Hình chữ nhật: Góc Tròn 18">
              <a:extLst>
                <a:ext uri="{FF2B5EF4-FFF2-40B4-BE49-F238E27FC236}">
                  <a16:creationId xmlns:a16="http://schemas.microsoft.com/office/drawing/2014/main" id="{814B932C-3105-E801-6938-5BF3030C3AA1}"/>
                </a:ext>
              </a:extLst>
            </p:cNvPr>
            <p:cNvSpPr/>
            <p:nvPr/>
          </p:nvSpPr>
          <p:spPr>
            <a:xfrm>
              <a:off x="-292501" y="12395840"/>
              <a:ext cx="2656745" cy="3203903"/>
            </a:xfrm>
            <a:prstGeom prst="roundRect">
              <a:avLst>
                <a:gd name="adj" fmla="val 14234"/>
              </a:avLst>
            </a:prstGeom>
            <a:solidFill>
              <a:srgbClr val="FFC493"/>
            </a:solidFill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Hộp Văn bản 12">
              <a:extLst>
                <a:ext uri="{FF2B5EF4-FFF2-40B4-BE49-F238E27FC236}">
                  <a16:creationId xmlns:a16="http://schemas.microsoft.com/office/drawing/2014/main" id="{C7879E13-F9A2-F216-F499-5738EF34C7AB}"/>
                </a:ext>
              </a:extLst>
            </p:cNvPr>
            <p:cNvSpPr txBox="1"/>
            <p:nvPr/>
          </p:nvSpPr>
          <p:spPr>
            <a:xfrm rot="16200000">
              <a:off x="-723148" y="13510097"/>
              <a:ext cx="120448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Images</a:t>
              </a:r>
            </a:p>
          </p:txBody>
        </p:sp>
        <p:sp>
          <p:nvSpPr>
            <p:cNvPr id="14" name="Hộp Văn bản 13">
              <a:extLst>
                <a:ext uri="{FF2B5EF4-FFF2-40B4-BE49-F238E27FC236}">
                  <a16:creationId xmlns:a16="http://schemas.microsoft.com/office/drawing/2014/main" id="{4609FCB2-2063-7048-8F64-461EF9595BF7}"/>
                </a:ext>
              </a:extLst>
            </p:cNvPr>
            <p:cNvSpPr txBox="1"/>
            <p:nvPr/>
          </p:nvSpPr>
          <p:spPr>
            <a:xfrm rot="16200000">
              <a:off x="-709834" y="14851305"/>
              <a:ext cx="120448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Caption</a:t>
              </a:r>
            </a:p>
          </p:txBody>
        </p:sp>
        <p:pic>
          <p:nvPicPr>
            <p:cNvPr id="25" name="Hình ảnh 24" descr="Ảnh có chứa truyện tranh, Mặt người, phim hoạt hình, hình vẽ&#10;&#10;Mô tả được tạo tự động">
              <a:extLst>
                <a:ext uri="{FF2B5EF4-FFF2-40B4-BE49-F238E27FC236}">
                  <a16:creationId xmlns:a16="http://schemas.microsoft.com/office/drawing/2014/main" id="{3F56EC3E-F5FD-C902-CD89-68FA53C46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02" y="12775589"/>
              <a:ext cx="2109368" cy="1741086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cxnSp>
          <p:nvCxnSpPr>
            <p:cNvPr id="50" name="Đường nối Thẳng 49">
              <a:extLst>
                <a:ext uri="{FF2B5EF4-FFF2-40B4-BE49-F238E27FC236}">
                  <a16:creationId xmlns:a16="http://schemas.microsoft.com/office/drawing/2014/main" id="{8B767B92-AF29-F18B-F2C4-4965211467D9}"/>
                </a:ext>
              </a:extLst>
            </p:cNvPr>
            <p:cNvCxnSpPr>
              <a:stCxn id="25" idx="0"/>
            </p:cNvCxnSpPr>
            <p:nvPr/>
          </p:nvCxnSpPr>
          <p:spPr>
            <a:xfrm flipV="1">
              <a:off x="1093286" y="12215923"/>
              <a:ext cx="0" cy="55966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Đường nối Thẳng 50">
              <a:extLst>
                <a:ext uri="{FF2B5EF4-FFF2-40B4-BE49-F238E27FC236}">
                  <a16:creationId xmlns:a16="http://schemas.microsoft.com/office/drawing/2014/main" id="{4A365188-1AF9-CCB1-3B8F-B36606882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132" y="12215922"/>
              <a:ext cx="1980091" cy="1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58" name="Nhóm 57">
              <a:extLst>
                <a:ext uri="{FF2B5EF4-FFF2-40B4-BE49-F238E27FC236}">
                  <a16:creationId xmlns:a16="http://schemas.microsoft.com/office/drawing/2014/main" id="{867F1729-F259-B086-41BF-D513416594BA}"/>
                </a:ext>
              </a:extLst>
            </p:cNvPr>
            <p:cNvGrpSpPr/>
            <p:nvPr/>
          </p:nvGrpSpPr>
          <p:grpSpPr>
            <a:xfrm>
              <a:off x="2943736" y="12978538"/>
              <a:ext cx="1403825" cy="1260474"/>
              <a:chOff x="4023887" y="512764"/>
              <a:chExt cx="1439123" cy="1260474"/>
            </a:xfrm>
          </p:grpSpPr>
          <p:sp>
            <p:nvSpPr>
              <p:cNvPr id="56" name="Hình thang 55">
                <a:extLst>
                  <a:ext uri="{FF2B5EF4-FFF2-40B4-BE49-F238E27FC236}">
                    <a16:creationId xmlns:a16="http://schemas.microsoft.com/office/drawing/2014/main" id="{6D30EA43-2E8E-8746-E6D4-5DDBDD36BE30}"/>
                  </a:ext>
                </a:extLst>
              </p:cNvPr>
              <p:cNvSpPr/>
              <p:nvPr/>
            </p:nvSpPr>
            <p:spPr>
              <a:xfrm rot="5400000">
                <a:off x="4113212" y="542926"/>
                <a:ext cx="1260474" cy="1200149"/>
              </a:xfrm>
              <a:prstGeom prst="trapezoid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57" name="Hộp Văn bản 56">
                <a:extLst>
                  <a:ext uri="{FF2B5EF4-FFF2-40B4-BE49-F238E27FC236}">
                    <a16:creationId xmlns:a16="http://schemas.microsoft.com/office/drawing/2014/main" id="{A401C192-0584-9D34-8CB4-7608073965D3}"/>
                  </a:ext>
                </a:extLst>
              </p:cNvPr>
              <p:cNvSpPr txBox="1"/>
              <p:nvPr/>
            </p:nvSpPr>
            <p:spPr>
              <a:xfrm>
                <a:off x="4023887" y="773668"/>
                <a:ext cx="1439123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err="1">
                    <a:solidFill>
                      <a:schemeClr val="accent3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PaddleOCR</a:t>
                </a:r>
                <a:r>
                  <a:rPr lang="en-US" sz="1400" b="1" dirty="0">
                    <a:solidFill>
                      <a:schemeClr val="accent3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algn="ctr"/>
                <a:r>
                  <a:rPr lang="en-US" sz="1400" b="1" dirty="0">
                    <a:solidFill>
                      <a:schemeClr val="accent3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+ </a:t>
                </a:r>
              </a:p>
              <a:p>
                <a:pPr algn="ctr"/>
                <a:r>
                  <a:rPr lang="en-US" sz="1400" b="1" dirty="0" err="1">
                    <a:solidFill>
                      <a:schemeClr val="accent3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VietOCR</a:t>
                </a:r>
                <a:endParaRPr lang="en-US" sz="1400" b="1" dirty="0">
                  <a:solidFill>
                    <a:schemeClr val="accent3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60" name="Đường nối Thẳng 59">
              <a:extLst>
                <a:ext uri="{FF2B5EF4-FFF2-40B4-BE49-F238E27FC236}">
                  <a16:creationId xmlns:a16="http://schemas.microsoft.com/office/drawing/2014/main" id="{FC9D14BD-4E26-1D46-607D-84DD1754CDBF}"/>
                </a:ext>
              </a:extLst>
            </p:cNvPr>
            <p:cNvCxnSpPr>
              <a:cxnSpLocks/>
              <a:stCxn id="62" idx="1"/>
            </p:cNvCxnSpPr>
            <p:nvPr/>
          </p:nvCxnSpPr>
          <p:spPr>
            <a:xfrm flipH="1">
              <a:off x="4226910" y="13608774"/>
              <a:ext cx="229650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Hình chữ nhật: Góc Tròn 61">
              <a:extLst>
                <a:ext uri="{FF2B5EF4-FFF2-40B4-BE49-F238E27FC236}">
                  <a16:creationId xmlns:a16="http://schemas.microsoft.com/office/drawing/2014/main" id="{5A79490C-BD62-33F0-2EF8-A17F51EAE02D}"/>
                </a:ext>
              </a:extLst>
            </p:cNvPr>
            <p:cNvSpPr/>
            <p:nvPr/>
          </p:nvSpPr>
          <p:spPr>
            <a:xfrm>
              <a:off x="4456560" y="12822292"/>
              <a:ext cx="2774749" cy="1572964"/>
            </a:xfrm>
            <a:prstGeom prst="roundRect">
              <a:avLst>
                <a:gd name="adj" fmla="val 14234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ộp Văn bản 62">
              <a:extLst>
                <a:ext uri="{FF2B5EF4-FFF2-40B4-BE49-F238E27FC236}">
                  <a16:creationId xmlns:a16="http://schemas.microsoft.com/office/drawing/2014/main" id="{17BA7FBB-0CE5-73A1-4214-DC8748D69674}"/>
                </a:ext>
              </a:extLst>
            </p:cNvPr>
            <p:cNvSpPr txBox="1"/>
            <p:nvPr/>
          </p:nvSpPr>
          <p:spPr>
            <a:xfrm>
              <a:off x="-158033" y="12389975"/>
              <a:ext cx="1204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Input</a:t>
              </a:r>
            </a:p>
          </p:txBody>
        </p:sp>
        <p:sp>
          <p:nvSpPr>
            <p:cNvPr id="64" name="Hộp Văn bản 63">
              <a:extLst>
                <a:ext uri="{FF2B5EF4-FFF2-40B4-BE49-F238E27FC236}">
                  <a16:creationId xmlns:a16="http://schemas.microsoft.com/office/drawing/2014/main" id="{7BCADCEE-9CD1-09BF-674D-25A9055D06B5}"/>
                </a:ext>
              </a:extLst>
            </p:cNvPr>
            <p:cNvSpPr txBox="1"/>
            <p:nvPr/>
          </p:nvSpPr>
          <p:spPr>
            <a:xfrm>
              <a:off x="5475599" y="12832343"/>
              <a:ext cx="120448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b="1" dirty="0">
                  <a:solidFill>
                    <a:schemeClr val="accent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Text OCR</a:t>
              </a:r>
            </a:p>
          </p:txBody>
        </p:sp>
        <p:cxnSp>
          <p:nvCxnSpPr>
            <p:cNvPr id="65" name="Đường nối Thẳng 64">
              <a:extLst>
                <a:ext uri="{FF2B5EF4-FFF2-40B4-BE49-F238E27FC236}">
                  <a16:creationId xmlns:a16="http://schemas.microsoft.com/office/drawing/2014/main" id="{2DAEB8BE-FD82-51C3-26C6-463ECBF58C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47970" y="13656292"/>
              <a:ext cx="942290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73" name="Nhóm 72">
              <a:extLst>
                <a:ext uri="{FF2B5EF4-FFF2-40B4-BE49-F238E27FC236}">
                  <a16:creationId xmlns:a16="http://schemas.microsoft.com/office/drawing/2014/main" id="{C5FEC6BE-93F4-B702-5438-1EE156E2A528}"/>
                </a:ext>
              </a:extLst>
            </p:cNvPr>
            <p:cNvGrpSpPr/>
            <p:nvPr/>
          </p:nvGrpSpPr>
          <p:grpSpPr>
            <a:xfrm>
              <a:off x="2979141" y="11589812"/>
              <a:ext cx="1368420" cy="1260474"/>
              <a:chOff x="7703346" y="10146749"/>
              <a:chExt cx="1439123" cy="1260474"/>
            </a:xfrm>
          </p:grpSpPr>
          <p:sp>
            <p:nvSpPr>
              <p:cNvPr id="68" name="Hình thang 67">
                <a:extLst>
                  <a:ext uri="{FF2B5EF4-FFF2-40B4-BE49-F238E27FC236}">
                    <a16:creationId xmlns:a16="http://schemas.microsoft.com/office/drawing/2014/main" id="{61AFE645-D437-593E-8105-56DB61911E16}"/>
                  </a:ext>
                </a:extLst>
              </p:cNvPr>
              <p:cNvSpPr/>
              <p:nvPr/>
            </p:nvSpPr>
            <p:spPr>
              <a:xfrm rot="5400000">
                <a:off x="7792671" y="10176911"/>
                <a:ext cx="1260474" cy="1200149"/>
              </a:xfrm>
              <a:prstGeom prst="trapezoid">
                <a:avLst>
                  <a:gd name="adj" fmla="val 25529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0" name="Hộp Văn bản 69">
                <a:extLst>
                  <a:ext uri="{FF2B5EF4-FFF2-40B4-BE49-F238E27FC236}">
                    <a16:creationId xmlns:a16="http://schemas.microsoft.com/office/drawing/2014/main" id="{E635ED68-0AB9-F718-D9E4-F612496B5592}"/>
                  </a:ext>
                </a:extLst>
              </p:cNvPr>
              <p:cNvSpPr txBox="1"/>
              <p:nvPr/>
            </p:nvSpPr>
            <p:spPr>
              <a:xfrm>
                <a:off x="7703346" y="10505217"/>
                <a:ext cx="14391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Vision</a:t>
                </a:r>
              </a:p>
              <a:p>
                <a:pPr algn="ctr"/>
                <a:r>
                  <a:rPr lang="en-US" sz="1400" b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Transformer</a:t>
                </a:r>
              </a:p>
            </p:txBody>
          </p:sp>
        </p:grpSp>
        <p:cxnSp>
          <p:nvCxnSpPr>
            <p:cNvPr id="71" name="Đường nối Thẳng 70">
              <a:extLst>
                <a:ext uri="{FF2B5EF4-FFF2-40B4-BE49-F238E27FC236}">
                  <a16:creationId xmlns:a16="http://schemas.microsoft.com/office/drawing/2014/main" id="{1C653B98-5937-9DD8-F477-3C385D044C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47970" y="14997499"/>
              <a:ext cx="4272865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Đường nối Thẳng 75">
              <a:extLst>
                <a:ext uri="{FF2B5EF4-FFF2-40B4-BE49-F238E27FC236}">
                  <a16:creationId xmlns:a16="http://schemas.microsoft.com/office/drawing/2014/main" id="{CEEF003A-F2B3-7387-8EBC-944B19681EC7}"/>
                </a:ext>
              </a:extLst>
            </p:cNvPr>
            <p:cNvCxnSpPr>
              <a:cxnSpLocks/>
              <a:endCxn id="62" idx="2"/>
            </p:cNvCxnSpPr>
            <p:nvPr/>
          </p:nvCxnSpPr>
          <p:spPr>
            <a:xfrm flipV="1">
              <a:off x="5843935" y="14395256"/>
              <a:ext cx="0" cy="42046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Đường nối Thẳng 78">
              <a:extLst>
                <a:ext uri="{FF2B5EF4-FFF2-40B4-BE49-F238E27FC236}">
                  <a16:creationId xmlns:a16="http://schemas.microsoft.com/office/drawing/2014/main" id="{1D5116AE-2243-8AA9-F63A-FD444D054B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1708" y="14806257"/>
              <a:ext cx="576901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85" name="Nhóm 84">
              <a:extLst>
                <a:ext uri="{FF2B5EF4-FFF2-40B4-BE49-F238E27FC236}">
                  <a16:creationId xmlns:a16="http://schemas.microsoft.com/office/drawing/2014/main" id="{EBA5575A-00A2-B471-3E58-3F0D19666AD6}"/>
                </a:ext>
              </a:extLst>
            </p:cNvPr>
            <p:cNvGrpSpPr/>
            <p:nvPr/>
          </p:nvGrpSpPr>
          <p:grpSpPr>
            <a:xfrm>
              <a:off x="6389085" y="14516676"/>
              <a:ext cx="1265479" cy="961030"/>
              <a:chOff x="4083917" y="512765"/>
              <a:chExt cx="1788855" cy="1260474"/>
            </a:xfrm>
          </p:grpSpPr>
          <p:sp>
            <p:nvSpPr>
              <p:cNvPr id="86" name="Hình thang 85">
                <a:extLst>
                  <a:ext uri="{FF2B5EF4-FFF2-40B4-BE49-F238E27FC236}">
                    <a16:creationId xmlns:a16="http://schemas.microsoft.com/office/drawing/2014/main" id="{29B9F300-06B5-3248-F5C5-578593618D9E}"/>
                  </a:ext>
                </a:extLst>
              </p:cNvPr>
              <p:cNvSpPr/>
              <p:nvPr/>
            </p:nvSpPr>
            <p:spPr>
              <a:xfrm rot="5400000">
                <a:off x="4324928" y="331211"/>
                <a:ext cx="1260474" cy="1623582"/>
              </a:xfrm>
              <a:prstGeom prst="trapezoid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7" name="Hộp Văn bản 86">
                <a:extLst>
                  <a:ext uri="{FF2B5EF4-FFF2-40B4-BE49-F238E27FC236}">
                    <a16:creationId xmlns:a16="http://schemas.microsoft.com/office/drawing/2014/main" id="{26275520-2B6E-B90C-72D1-606D43F96782}"/>
                  </a:ext>
                </a:extLst>
              </p:cNvPr>
              <p:cNvSpPr txBox="1"/>
              <p:nvPr/>
            </p:nvSpPr>
            <p:spPr>
              <a:xfrm>
                <a:off x="4083917" y="689129"/>
                <a:ext cx="1788855" cy="817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accent2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jina-embedding-v3</a:t>
                </a:r>
                <a:endParaRPr lang="en-US" sz="1400" b="1" dirty="0">
                  <a:solidFill>
                    <a:schemeClr val="accent2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pic>
          <p:nvPicPr>
            <p:cNvPr id="98" name="Hình ảnh 97">
              <a:extLst>
                <a:ext uri="{FF2B5EF4-FFF2-40B4-BE49-F238E27FC236}">
                  <a16:creationId xmlns:a16="http://schemas.microsoft.com/office/drawing/2014/main" id="{ACADEA79-042C-553C-B01F-3502FCD67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92177" y="13325550"/>
              <a:ext cx="1295400" cy="371475"/>
            </a:xfrm>
            <a:prstGeom prst="rect">
              <a:avLst/>
            </a:prstGeom>
          </p:spPr>
        </p:pic>
        <p:pic>
          <p:nvPicPr>
            <p:cNvPr id="100" name="Hình ảnh 99">
              <a:extLst>
                <a:ext uri="{FF2B5EF4-FFF2-40B4-BE49-F238E27FC236}">
                  <a16:creationId xmlns:a16="http://schemas.microsoft.com/office/drawing/2014/main" id="{2585F55D-14C9-E12B-3BC9-B67DF2E71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69333" y="13712406"/>
              <a:ext cx="1114425" cy="361950"/>
            </a:xfrm>
            <a:prstGeom prst="rect">
              <a:avLst/>
            </a:prstGeom>
          </p:spPr>
        </p:pic>
        <p:pic>
          <p:nvPicPr>
            <p:cNvPr id="102" name="Hình ảnh 101">
              <a:extLst>
                <a:ext uri="{FF2B5EF4-FFF2-40B4-BE49-F238E27FC236}">
                  <a16:creationId xmlns:a16="http://schemas.microsoft.com/office/drawing/2014/main" id="{B56C39A5-D9E6-E386-A59A-6F93B02D6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80180" y="13315972"/>
              <a:ext cx="1009791" cy="762106"/>
            </a:xfrm>
            <a:prstGeom prst="rect">
              <a:avLst/>
            </a:prstGeom>
          </p:spPr>
        </p:pic>
        <p:cxnSp>
          <p:nvCxnSpPr>
            <p:cNvPr id="103" name="Đường nối Thẳng 102">
              <a:extLst>
                <a:ext uri="{FF2B5EF4-FFF2-40B4-BE49-F238E27FC236}">
                  <a16:creationId xmlns:a16="http://schemas.microsoft.com/office/drawing/2014/main" id="{50B81217-A95A-E07B-4E52-03560AF6D47E}"/>
                </a:ext>
              </a:extLst>
            </p:cNvPr>
            <p:cNvCxnSpPr>
              <a:cxnSpLocks/>
              <a:stCxn id="186" idx="1"/>
            </p:cNvCxnSpPr>
            <p:nvPr/>
          </p:nvCxnSpPr>
          <p:spPr>
            <a:xfrm flipH="1">
              <a:off x="7579707" y="15004907"/>
              <a:ext cx="711203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Đường nối Thẳng 104">
              <a:extLst>
                <a:ext uri="{FF2B5EF4-FFF2-40B4-BE49-F238E27FC236}">
                  <a16:creationId xmlns:a16="http://schemas.microsoft.com/office/drawing/2014/main" id="{1EB7EC22-00F4-78FA-48EF-0408BC7647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1005" y="12220048"/>
              <a:ext cx="4059905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Đường nối Thẳng 110">
              <a:extLst>
                <a:ext uri="{FF2B5EF4-FFF2-40B4-BE49-F238E27FC236}">
                  <a16:creationId xmlns:a16="http://schemas.microsoft.com/office/drawing/2014/main" id="{82627ED6-62A7-891E-AE48-EA52DBDD3903}"/>
                </a:ext>
              </a:extLst>
            </p:cNvPr>
            <p:cNvCxnSpPr>
              <a:cxnSpLocks/>
            </p:cNvCxnSpPr>
            <p:nvPr/>
          </p:nvCxnSpPr>
          <p:spPr>
            <a:xfrm>
              <a:off x="7579707" y="14918905"/>
              <a:ext cx="19812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Đường nối Thẳng 113">
              <a:extLst>
                <a:ext uri="{FF2B5EF4-FFF2-40B4-BE49-F238E27FC236}">
                  <a16:creationId xmlns:a16="http://schemas.microsoft.com/office/drawing/2014/main" id="{3A666782-E11E-F671-B62F-7C9B27937D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9803" y="13608774"/>
              <a:ext cx="0" cy="13187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Đường nối Thẳng 115">
              <a:extLst>
                <a:ext uri="{FF2B5EF4-FFF2-40B4-BE49-F238E27FC236}">
                  <a16:creationId xmlns:a16="http://schemas.microsoft.com/office/drawing/2014/main" id="{939E5D52-7E93-11C8-55BF-9CC42D958B2F}"/>
                </a:ext>
              </a:extLst>
            </p:cNvPr>
            <p:cNvCxnSpPr>
              <a:cxnSpLocks/>
              <a:stCxn id="174" idx="1"/>
            </p:cNvCxnSpPr>
            <p:nvPr/>
          </p:nvCxnSpPr>
          <p:spPr>
            <a:xfrm flipH="1">
              <a:off x="7787143" y="13612076"/>
              <a:ext cx="503767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68" name="Nhóm 167">
              <a:extLst>
                <a:ext uri="{FF2B5EF4-FFF2-40B4-BE49-F238E27FC236}">
                  <a16:creationId xmlns:a16="http://schemas.microsoft.com/office/drawing/2014/main" id="{661CB696-3593-08A9-52F4-B6D1811275DF}"/>
                </a:ext>
              </a:extLst>
            </p:cNvPr>
            <p:cNvGrpSpPr/>
            <p:nvPr/>
          </p:nvGrpSpPr>
          <p:grpSpPr>
            <a:xfrm>
              <a:off x="8290910" y="11589008"/>
              <a:ext cx="417112" cy="1260475"/>
              <a:chOff x="13018859" y="8710508"/>
              <a:chExt cx="417112" cy="1260475"/>
            </a:xfrm>
          </p:grpSpPr>
          <p:grpSp>
            <p:nvGrpSpPr>
              <p:cNvPr id="156" name="Nhóm 155">
                <a:extLst>
                  <a:ext uri="{FF2B5EF4-FFF2-40B4-BE49-F238E27FC236}">
                    <a16:creationId xmlns:a16="http://schemas.microsoft.com/office/drawing/2014/main" id="{936658B4-168A-2074-C4EF-6FE43F3DB874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52" name="Hình chữ nhật: Góc Tròn 151">
                  <a:extLst>
                    <a:ext uri="{FF2B5EF4-FFF2-40B4-BE49-F238E27FC236}">
                      <a16:creationId xmlns:a16="http://schemas.microsoft.com/office/drawing/2014/main" id="{5851B7D4-FDED-E339-8A2A-30C81E1B8F2D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681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Hình Bầu dục 152">
                  <a:extLst>
                    <a:ext uri="{FF2B5EF4-FFF2-40B4-BE49-F238E27FC236}">
                      <a16:creationId xmlns:a16="http://schemas.microsoft.com/office/drawing/2014/main" id="{FAFA71AA-8DF5-577A-15AC-349D7E140E68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2" name="Hình Bầu dục 161">
                <a:extLst>
                  <a:ext uri="{FF2B5EF4-FFF2-40B4-BE49-F238E27FC236}">
                    <a16:creationId xmlns:a16="http://schemas.microsoft.com/office/drawing/2014/main" id="{F5FFC681-0C2F-01D7-3A78-71BB5DEF271B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Hình Bầu dục 162">
                <a:extLst>
                  <a:ext uri="{FF2B5EF4-FFF2-40B4-BE49-F238E27FC236}">
                    <a16:creationId xmlns:a16="http://schemas.microsoft.com/office/drawing/2014/main" id="{3CE9CA19-3EF1-984B-2A0C-39CD949104D1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Hình Bầu dục 163">
                <a:extLst>
                  <a:ext uri="{FF2B5EF4-FFF2-40B4-BE49-F238E27FC236}">
                    <a16:creationId xmlns:a16="http://schemas.microsoft.com/office/drawing/2014/main" id="{BFF79DFF-9959-9742-9005-BC53EF36581E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9" name="Nhóm 168">
              <a:extLst>
                <a:ext uri="{FF2B5EF4-FFF2-40B4-BE49-F238E27FC236}">
                  <a16:creationId xmlns:a16="http://schemas.microsoft.com/office/drawing/2014/main" id="{6437955F-CB80-863C-5A1D-4ACF7664CAB4}"/>
                </a:ext>
              </a:extLst>
            </p:cNvPr>
            <p:cNvGrpSpPr/>
            <p:nvPr/>
          </p:nvGrpSpPr>
          <p:grpSpPr>
            <a:xfrm>
              <a:off x="8290910" y="12981838"/>
              <a:ext cx="417112" cy="1260475"/>
              <a:chOff x="13018859" y="8710508"/>
              <a:chExt cx="417112" cy="1260475"/>
            </a:xfrm>
          </p:grpSpPr>
          <p:grpSp>
            <p:nvGrpSpPr>
              <p:cNvPr id="170" name="Nhóm 169">
                <a:extLst>
                  <a:ext uri="{FF2B5EF4-FFF2-40B4-BE49-F238E27FC236}">
                    <a16:creationId xmlns:a16="http://schemas.microsoft.com/office/drawing/2014/main" id="{82F31193-480E-D395-5228-EEF9F797C498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74" name="Hình chữ nhật: Góc Tròn 173">
                  <a:extLst>
                    <a:ext uri="{FF2B5EF4-FFF2-40B4-BE49-F238E27FC236}">
                      <a16:creationId xmlns:a16="http://schemas.microsoft.com/office/drawing/2014/main" id="{64B25D71-BF85-AF3A-CD46-4E51ED0C72FC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376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5" name="Hình Bầu dục 174">
                  <a:extLst>
                    <a:ext uri="{FF2B5EF4-FFF2-40B4-BE49-F238E27FC236}">
                      <a16:creationId xmlns:a16="http://schemas.microsoft.com/office/drawing/2014/main" id="{C72F1FFC-50B0-1D7A-A17C-936457AA26A4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1" name="Hình Bầu dục 170">
                <a:extLst>
                  <a:ext uri="{FF2B5EF4-FFF2-40B4-BE49-F238E27FC236}">
                    <a16:creationId xmlns:a16="http://schemas.microsoft.com/office/drawing/2014/main" id="{20CE457E-4F12-4886-1BEB-894CBC9091AA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Hình Bầu dục 171">
                <a:extLst>
                  <a:ext uri="{FF2B5EF4-FFF2-40B4-BE49-F238E27FC236}">
                    <a16:creationId xmlns:a16="http://schemas.microsoft.com/office/drawing/2014/main" id="{49104809-45D9-1166-C598-1EAAFD0F9352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Hình Bầu dục 172">
                <a:extLst>
                  <a:ext uri="{FF2B5EF4-FFF2-40B4-BE49-F238E27FC236}">
                    <a16:creationId xmlns:a16="http://schemas.microsoft.com/office/drawing/2014/main" id="{5556C27C-7D91-2CF6-8BE0-0FE066ADD948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1" name="Nhóm 180">
              <a:extLst>
                <a:ext uri="{FF2B5EF4-FFF2-40B4-BE49-F238E27FC236}">
                  <a16:creationId xmlns:a16="http://schemas.microsoft.com/office/drawing/2014/main" id="{48784CA7-5F0C-3D03-0BF2-413B1CC7ADC2}"/>
                </a:ext>
              </a:extLst>
            </p:cNvPr>
            <p:cNvGrpSpPr/>
            <p:nvPr/>
          </p:nvGrpSpPr>
          <p:grpSpPr>
            <a:xfrm>
              <a:off x="8290910" y="14374669"/>
              <a:ext cx="417112" cy="1260475"/>
              <a:chOff x="13018859" y="8710508"/>
              <a:chExt cx="417112" cy="1260475"/>
            </a:xfrm>
          </p:grpSpPr>
          <p:grpSp>
            <p:nvGrpSpPr>
              <p:cNvPr id="182" name="Nhóm 181">
                <a:extLst>
                  <a:ext uri="{FF2B5EF4-FFF2-40B4-BE49-F238E27FC236}">
                    <a16:creationId xmlns:a16="http://schemas.microsoft.com/office/drawing/2014/main" id="{A879E00B-5210-0A9A-7347-F1834B51B9EE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86" name="Hình chữ nhật: Góc Tròn 185">
                  <a:extLst>
                    <a:ext uri="{FF2B5EF4-FFF2-40B4-BE49-F238E27FC236}">
                      <a16:creationId xmlns:a16="http://schemas.microsoft.com/office/drawing/2014/main" id="{D7FA33F7-144A-009F-0465-B468707E2E92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681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Hình Bầu dục 186">
                  <a:extLst>
                    <a:ext uri="{FF2B5EF4-FFF2-40B4-BE49-F238E27FC236}">
                      <a16:creationId xmlns:a16="http://schemas.microsoft.com/office/drawing/2014/main" id="{95317F50-2764-B2FD-FA38-6D261ADAF5C6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3" name="Hình Bầu dục 182">
                <a:extLst>
                  <a:ext uri="{FF2B5EF4-FFF2-40B4-BE49-F238E27FC236}">
                    <a16:creationId xmlns:a16="http://schemas.microsoft.com/office/drawing/2014/main" id="{58DCCB73-E01A-3515-633B-002E50265C7C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Hình Bầu dục 183">
                <a:extLst>
                  <a:ext uri="{FF2B5EF4-FFF2-40B4-BE49-F238E27FC236}">
                    <a16:creationId xmlns:a16="http://schemas.microsoft.com/office/drawing/2014/main" id="{D2C67C43-7386-7987-6A4B-881575DDE212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Hình Bầu dục 184">
                <a:extLst>
                  <a:ext uri="{FF2B5EF4-FFF2-40B4-BE49-F238E27FC236}">
                    <a16:creationId xmlns:a16="http://schemas.microsoft.com/office/drawing/2014/main" id="{17AD8E89-9671-9C9E-001B-B9210E4A1B59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2" name="Đường nối Thẳng 191">
              <a:extLst>
                <a:ext uri="{FF2B5EF4-FFF2-40B4-BE49-F238E27FC236}">
                  <a16:creationId xmlns:a16="http://schemas.microsoft.com/office/drawing/2014/main" id="{C8FD5045-00F5-4364-2D20-D87B7033B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1708" y="14988632"/>
              <a:ext cx="0" cy="132727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95" name="Nhóm 194">
              <a:extLst>
                <a:ext uri="{FF2B5EF4-FFF2-40B4-BE49-F238E27FC236}">
                  <a16:creationId xmlns:a16="http://schemas.microsoft.com/office/drawing/2014/main" id="{FF188777-820E-341F-EBAE-84F78DF7AB3E}"/>
                </a:ext>
              </a:extLst>
            </p:cNvPr>
            <p:cNvGrpSpPr/>
            <p:nvPr/>
          </p:nvGrpSpPr>
          <p:grpSpPr>
            <a:xfrm>
              <a:off x="6389084" y="15779597"/>
              <a:ext cx="1265479" cy="961030"/>
              <a:chOff x="4083916" y="512765"/>
              <a:chExt cx="1788855" cy="1260474"/>
            </a:xfrm>
          </p:grpSpPr>
          <p:sp>
            <p:nvSpPr>
              <p:cNvPr id="196" name="Hình thang 195">
                <a:extLst>
                  <a:ext uri="{FF2B5EF4-FFF2-40B4-BE49-F238E27FC236}">
                    <a16:creationId xmlns:a16="http://schemas.microsoft.com/office/drawing/2014/main" id="{7C520F00-C33E-E64F-E0B7-E289AE8FBF34}"/>
                  </a:ext>
                </a:extLst>
              </p:cNvPr>
              <p:cNvSpPr/>
              <p:nvPr/>
            </p:nvSpPr>
            <p:spPr>
              <a:xfrm rot="5400000">
                <a:off x="4324928" y="331211"/>
                <a:ext cx="1260474" cy="1623582"/>
              </a:xfrm>
              <a:prstGeom prst="trapezoid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7" name="Hộp Văn bản 196">
                <a:extLst>
                  <a:ext uri="{FF2B5EF4-FFF2-40B4-BE49-F238E27FC236}">
                    <a16:creationId xmlns:a16="http://schemas.microsoft.com/office/drawing/2014/main" id="{83D5F2E2-292F-0186-B17E-6162A89F7B71}"/>
                  </a:ext>
                </a:extLst>
              </p:cNvPr>
              <p:cNvSpPr txBox="1"/>
              <p:nvPr/>
            </p:nvSpPr>
            <p:spPr>
              <a:xfrm>
                <a:off x="4083916" y="931505"/>
                <a:ext cx="1788855" cy="403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 err="1">
                    <a:solidFill>
                      <a:schemeClr val="accent5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VisoBERT</a:t>
                </a:r>
                <a:endParaRPr lang="en-US" sz="1400" b="1" dirty="0">
                  <a:solidFill>
                    <a:schemeClr val="accent5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198" name="Đường nối Thẳng 197">
              <a:extLst>
                <a:ext uri="{FF2B5EF4-FFF2-40B4-BE49-F238E27FC236}">
                  <a16:creationId xmlns:a16="http://schemas.microsoft.com/office/drawing/2014/main" id="{EB8A2C6E-1D9C-CB3C-3EB9-FC689F228B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1233" y="16312399"/>
              <a:ext cx="576901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Đường nối Thẳng 198">
              <a:extLst>
                <a:ext uri="{FF2B5EF4-FFF2-40B4-BE49-F238E27FC236}">
                  <a16:creationId xmlns:a16="http://schemas.microsoft.com/office/drawing/2014/main" id="{C0F36FE8-D371-0F5D-B4A5-4DB77ACE5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3766" y="16302123"/>
              <a:ext cx="711203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00" name="Nhóm 199">
              <a:extLst>
                <a:ext uri="{FF2B5EF4-FFF2-40B4-BE49-F238E27FC236}">
                  <a16:creationId xmlns:a16="http://schemas.microsoft.com/office/drawing/2014/main" id="{D9F909CC-803A-9726-5830-1126AA03074F}"/>
                </a:ext>
              </a:extLst>
            </p:cNvPr>
            <p:cNvGrpSpPr/>
            <p:nvPr/>
          </p:nvGrpSpPr>
          <p:grpSpPr>
            <a:xfrm>
              <a:off x="8290910" y="15717037"/>
              <a:ext cx="417112" cy="1260475"/>
              <a:chOff x="13018859" y="8710508"/>
              <a:chExt cx="417112" cy="1260475"/>
            </a:xfrm>
          </p:grpSpPr>
          <p:grpSp>
            <p:nvGrpSpPr>
              <p:cNvPr id="201" name="Nhóm 200">
                <a:extLst>
                  <a:ext uri="{FF2B5EF4-FFF2-40B4-BE49-F238E27FC236}">
                    <a16:creationId xmlns:a16="http://schemas.microsoft.com/office/drawing/2014/main" id="{57E7D84A-1ABF-603F-1346-894601E3E9CF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205" name="Hình chữ nhật: Góc Tròn 204">
                  <a:extLst>
                    <a:ext uri="{FF2B5EF4-FFF2-40B4-BE49-F238E27FC236}">
                      <a16:creationId xmlns:a16="http://schemas.microsoft.com/office/drawing/2014/main" id="{F3DDD917-37CC-342B-D27D-3285B21D2EF0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681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6" name="Hình Bầu dục 205">
                  <a:extLst>
                    <a:ext uri="{FF2B5EF4-FFF2-40B4-BE49-F238E27FC236}">
                      <a16:creationId xmlns:a16="http://schemas.microsoft.com/office/drawing/2014/main" id="{B3BF76A6-5F73-4C38-3C97-08414545A144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2" name="Hình Bầu dục 201">
                <a:extLst>
                  <a:ext uri="{FF2B5EF4-FFF2-40B4-BE49-F238E27FC236}">
                    <a16:creationId xmlns:a16="http://schemas.microsoft.com/office/drawing/2014/main" id="{E03159FF-8419-7AE5-0286-31387E3D8FE8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Hình Bầu dục 202">
                <a:extLst>
                  <a:ext uri="{FF2B5EF4-FFF2-40B4-BE49-F238E27FC236}">
                    <a16:creationId xmlns:a16="http://schemas.microsoft.com/office/drawing/2014/main" id="{629B9344-524F-4D36-41B1-D23639DAFEA4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Hình Bầu dục 203">
                <a:extLst>
                  <a:ext uri="{FF2B5EF4-FFF2-40B4-BE49-F238E27FC236}">
                    <a16:creationId xmlns:a16="http://schemas.microsoft.com/office/drawing/2014/main" id="{94C7F9FE-3815-441C-7E78-3FA4A86610E4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08" name="Đường nối Thẳng 207">
              <a:extLst>
                <a:ext uri="{FF2B5EF4-FFF2-40B4-BE49-F238E27FC236}">
                  <a16:creationId xmlns:a16="http://schemas.microsoft.com/office/drawing/2014/main" id="{E7B67BE4-4BC0-FF71-5CCF-A202A0C4C5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22" y="16281275"/>
              <a:ext cx="27503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5" name="Google Shape;66;p15">
              <a:extLst>
                <a:ext uri="{FF2B5EF4-FFF2-40B4-BE49-F238E27FC236}">
                  <a16:creationId xmlns:a16="http://schemas.microsoft.com/office/drawing/2014/main" id="{B5E5338D-6B4F-AE7D-9306-2AD6F85EA28D}"/>
                </a:ext>
              </a:extLst>
            </p:cNvPr>
            <p:cNvSpPr/>
            <p:nvPr/>
          </p:nvSpPr>
          <p:spPr>
            <a:xfrm rot="5400000">
              <a:off x="8555437" y="12004749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248" name="Google Shape;68;p15">
              <a:extLst>
                <a:ext uri="{FF2B5EF4-FFF2-40B4-BE49-F238E27FC236}">
                  <a16:creationId xmlns:a16="http://schemas.microsoft.com/office/drawing/2014/main" id="{3313B9F4-7A85-B02D-D277-062F906F4B95}"/>
                </a:ext>
              </a:extLst>
            </p:cNvPr>
            <p:cNvSpPr/>
            <p:nvPr/>
          </p:nvSpPr>
          <p:spPr>
            <a:xfrm rot="5400000">
              <a:off x="9024793" y="12004750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249" name="Google Shape;69;p15">
              <a:extLst>
                <a:ext uri="{FF2B5EF4-FFF2-40B4-BE49-F238E27FC236}">
                  <a16:creationId xmlns:a16="http://schemas.microsoft.com/office/drawing/2014/main" id="{7524128F-D526-AB8D-438A-83DFFF33E9DB}"/>
                </a:ext>
              </a:extLst>
            </p:cNvPr>
            <p:cNvSpPr/>
            <p:nvPr/>
          </p:nvSpPr>
          <p:spPr>
            <a:xfrm rot="5400000">
              <a:off x="9494145" y="12003119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296" name="Đường nối Thẳng 295">
              <a:extLst>
                <a:ext uri="{FF2B5EF4-FFF2-40B4-BE49-F238E27FC236}">
                  <a16:creationId xmlns:a16="http://schemas.microsoft.com/office/drawing/2014/main" id="{5C45D9E9-0A69-B10B-CEC5-76B1D68CD4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0456" y="15012849"/>
              <a:ext cx="27503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7" name="Đường nối Thẳng 296">
              <a:extLst>
                <a:ext uri="{FF2B5EF4-FFF2-40B4-BE49-F238E27FC236}">
                  <a16:creationId xmlns:a16="http://schemas.microsoft.com/office/drawing/2014/main" id="{11DC72FD-4D76-605D-8677-579407A41A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22" y="13608774"/>
              <a:ext cx="27503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9" name="Đường nối Thẳng 298">
              <a:extLst>
                <a:ext uri="{FF2B5EF4-FFF2-40B4-BE49-F238E27FC236}">
                  <a16:creationId xmlns:a16="http://schemas.microsoft.com/office/drawing/2014/main" id="{3FD84020-04F4-CC34-4149-C09F310B57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22" y="12215922"/>
              <a:ext cx="27503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4" name="Google Shape;66;p15">
              <a:extLst>
                <a:ext uri="{FF2B5EF4-FFF2-40B4-BE49-F238E27FC236}">
                  <a16:creationId xmlns:a16="http://schemas.microsoft.com/office/drawing/2014/main" id="{4D1BA0F0-F3E5-0C89-062F-A7E02BEB6257}"/>
                </a:ext>
              </a:extLst>
            </p:cNvPr>
            <p:cNvSpPr/>
            <p:nvPr/>
          </p:nvSpPr>
          <p:spPr>
            <a:xfrm rot="5400000">
              <a:off x="8555437" y="13406160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305" name="Google Shape;68;p15">
              <a:extLst>
                <a:ext uri="{FF2B5EF4-FFF2-40B4-BE49-F238E27FC236}">
                  <a16:creationId xmlns:a16="http://schemas.microsoft.com/office/drawing/2014/main" id="{04A9F1AF-1123-5E30-FC6E-51F2D49A4D4E}"/>
                </a:ext>
              </a:extLst>
            </p:cNvPr>
            <p:cNvSpPr/>
            <p:nvPr/>
          </p:nvSpPr>
          <p:spPr>
            <a:xfrm rot="5400000">
              <a:off x="9024793" y="13406161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306" name="Google Shape;69;p15">
              <a:extLst>
                <a:ext uri="{FF2B5EF4-FFF2-40B4-BE49-F238E27FC236}">
                  <a16:creationId xmlns:a16="http://schemas.microsoft.com/office/drawing/2014/main" id="{611F55D1-8C74-0B75-A4D5-2D91BEF2AA52}"/>
                </a:ext>
              </a:extLst>
            </p:cNvPr>
            <p:cNvSpPr/>
            <p:nvPr/>
          </p:nvSpPr>
          <p:spPr>
            <a:xfrm rot="5400000">
              <a:off x="9494145" y="13404530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sp>
          <p:nvSpPr>
            <p:cNvPr id="307" name="Google Shape;66;p15">
              <a:extLst>
                <a:ext uri="{FF2B5EF4-FFF2-40B4-BE49-F238E27FC236}">
                  <a16:creationId xmlns:a16="http://schemas.microsoft.com/office/drawing/2014/main" id="{4787FA7A-1E6D-3F0A-64E6-500D69755AF9}"/>
                </a:ext>
              </a:extLst>
            </p:cNvPr>
            <p:cNvSpPr/>
            <p:nvPr/>
          </p:nvSpPr>
          <p:spPr>
            <a:xfrm rot="5400000">
              <a:off x="8555437" y="14795339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308" name="Google Shape;68;p15">
              <a:extLst>
                <a:ext uri="{FF2B5EF4-FFF2-40B4-BE49-F238E27FC236}">
                  <a16:creationId xmlns:a16="http://schemas.microsoft.com/office/drawing/2014/main" id="{1303532F-6937-131B-6F91-76F4E0038999}"/>
                </a:ext>
              </a:extLst>
            </p:cNvPr>
            <p:cNvSpPr/>
            <p:nvPr/>
          </p:nvSpPr>
          <p:spPr>
            <a:xfrm rot="5400000">
              <a:off x="9024793" y="14795340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309" name="Google Shape;69;p15">
              <a:extLst>
                <a:ext uri="{FF2B5EF4-FFF2-40B4-BE49-F238E27FC236}">
                  <a16:creationId xmlns:a16="http://schemas.microsoft.com/office/drawing/2014/main" id="{4298CFC2-96BC-3F90-AD0B-1A4B5DDEE749}"/>
                </a:ext>
              </a:extLst>
            </p:cNvPr>
            <p:cNvSpPr/>
            <p:nvPr/>
          </p:nvSpPr>
          <p:spPr>
            <a:xfrm rot="5400000">
              <a:off x="9494145" y="14793709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sp>
          <p:nvSpPr>
            <p:cNvPr id="310" name="Google Shape;66;p15">
              <a:extLst>
                <a:ext uri="{FF2B5EF4-FFF2-40B4-BE49-F238E27FC236}">
                  <a16:creationId xmlns:a16="http://schemas.microsoft.com/office/drawing/2014/main" id="{7F341AA7-5CC4-20C1-C920-1F240AC6FE29}"/>
                </a:ext>
              </a:extLst>
            </p:cNvPr>
            <p:cNvSpPr/>
            <p:nvPr/>
          </p:nvSpPr>
          <p:spPr>
            <a:xfrm rot="5400000">
              <a:off x="8555436" y="16146756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311" name="Google Shape;68;p15">
              <a:extLst>
                <a:ext uri="{FF2B5EF4-FFF2-40B4-BE49-F238E27FC236}">
                  <a16:creationId xmlns:a16="http://schemas.microsoft.com/office/drawing/2014/main" id="{500B73E7-6604-8751-07D4-4AE0045B9569}"/>
                </a:ext>
              </a:extLst>
            </p:cNvPr>
            <p:cNvSpPr/>
            <p:nvPr/>
          </p:nvSpPr>
          <p:spPr>
            <a:xfrm rot="5400000">
              <a:off x="9024792" y="16146757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312" name="Google Shape;69;p15">
              <a:extLst>
                <a:ext uri="{FF2B5EF4-FFF2-40B4-BE49-F238E27FC236}">
                  <a16:creationId xmlns:a16="http://schemas.microsoft.com/office/drawing/2014/main" id="{A408B0AC-6057-E285-833F-23F164CF2C7E}"/>
                </a:ext>
              </a:extLst>
            </p:cNvPr>
            <p:cNvSpPr/>
            <p:nvPr/>
          </p:nvSpPr>
          <p:spPr>
            <a:xfrm rot="5400000">
              <a:off x="9494144" y="16145126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sp>
          <p:nvSpPr>
            <p:cNvPr id="315" name="Google Shape;66;p15">
              <a:extLst>
                <a:ext uri="{FF2B5EF4-FFF2-40B4-BE49-F238E27FC236}">
                  <a16:creationId xmlns:a16="http://schemas.microsoft.com/office/drawing/2014/main" id="{62A3DD48-41F4-E9C7-FF11-80872EA8DB80}"/>
                </a:ext>
              </a:extLst>
            </p:cNvPr>
            <p:cNvSpPr/>
            <p:nvPr/>
          </p:nvSpPr>
          <p:spPr>
            <a:xfrm rot="5400000">
              <a:off x="10083365" y="12000529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316" name="Google Shape;68;p15">
              <a:extLst>
                <a:ext uri="{FF2B5EF4-FFF2-40B4-BE49-F238E27FC236}">
                  <a16:creationId xmlns:a16="http://schemas.microsoft.com/office/drawing/2014/main" id="{2EF6F968-21F0-44CD-B316-36D14F761577}"/>
                </a:ext>
              </a:extLst>
            </p:cNvPr>
            <p:cNvSpPr/>
            <p:nvPr/>
          </p:nvSpPr>
          <p:spPr>
            <a:xfrm rot="5400000">
              <a:off x="10552721" y="12000530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317" name="Google Shape;69;p15">
              <a:extLst>
                <a:ext uri="{FF2B5EF4-FFF2-40B4-BE49-F238E27FC236}">
                  <a16:creationId xmlns:a16="http://schemas.microsoft.com/office/drawing/2014/main" id="{0CFB7F3A-C9C9-0994-CA3B-F053BF818555}"/>
                </a:ext>
              </a:extLst>
            </p:cNvPr>
            <p:cNvSpPr/>
            <p:nvPr/>
          </p:nvSpPr>
          <p:spPr>
            <a:xfrm rot="5400000">
              <a:off x="11022073" y="11998899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318" name="Đường nối Thẳng 317">
              <a:extLst>
                <a:ext uri="{FF2B5EF4-FFF2-40B4-BE49-F238E27FC236}">
                  <a16:creationId xmlns:a16="http://schemas.microsoft.com/office/drawing/2014/main" id="{B73AD7B5-70CC-69C3-662F-2C64FADDD1D6}"/>
                </a:ext>
              </a:extLst>
            </p:cNvPr>
            <p:cNvCxnSpPr>
              <a:cxnSpLocks/>
              <a:stCxn id="315" idx="2"/>
              <a:endCxn id="249" idx="0"/>
            </p:cNvCxnSpPr>
            <p:nvPr/>
          </p:nvCxnSpPr>
          <p:spPr>
            <a:xfrm flipH="1">
              <a:off x="10338879" y="12209086"/>
              <a:ext cx="172109" cy="2589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3" name="Google Shape;66;p15">
              <a:extLst>
                <a:ext uri="{FF2B5EF4-FFF2-40B4-BE49-F238E27FC236}">
                  <a16:creationId xmlns:a16="http://schemas.microsoft.com/office/drawing/2014/main" id="{656AA245-479D-8AA4-F06E-B90A78255380}"/>
                </a:ext>
              </a:extLst>
            </p:cNvPr>
            <p:cNvSpPr/>
            <p:nvPr/>
          </p:nvSpPr>
          <p:spPr>
            <a:xfrm rot="5400000">
              <a:off x="10083365" y="13422596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324" name="Google Shape;68;p15">
              <a:extLst>
                <a:ext uri="{FF2B5EF4-FFF2-40B4-BE49-F238E27FC236}">
                  <a16:creationId xmlns:a16="http://schemas.microsoft.com/office/drawing/2014/main" id="{8592BC1D-E602-FE07-F38A-9A6469A7D23E}"/>
                </a:ext>
              </a:extLst>
            </p:cNvPr>
            <p:cNvSpPr/>
            <p:nvPr/>
          </p:nvSpPr>
          <p:spPr>
            <a:xfrm rot="5400000">
              <a:off x="10552721" y="13422597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325" name="Google Shape;69;p15">
              <a:extLst>
                <a:ext uri="{FF2B5EF4-FFF2-40B4-BE49-F238E27FC236}">
                  <a16:creationId xmlns:a16="http://schemas.microsoft.com/office/drawing/2014/main" id="{6B003888-0484-489D-6262-7806066B2915}"/>
                </a:ext>
              </a:extLst>
            </p:cNvPr>
            <p:cNvSpPr/>
            <p:nvPr/>
          </p:nvSpPr>
          <p:spPr>
            <a:xfrm rot="5400000">
              <a:off x="11022073" y="13420966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326" name="Đường nối Thẳng 325">
              <a:extLst>
                <a:ext uri="{FF2B5EF4-FFF2-40B4-BE49-F238E27FC236}">
                  <a16:creationId xmlns:a16="http://schemas.microsoft.com/office/drawing/2014/main" id="{93F5565C-3BD6-08D1-D070-DDE425CA464E}"/>
                </a:ext>
              </a:extLst>
            </p:cNvPr>
            <p:cNvCxnSpPr>
              <a:cxnSpLocks/>
              <a:stCxn id="323" idx="2"/>
            </p:cNvCxnSpPr>
            <p:nvPr/>
          </p:nvCxnSpPr>
          <p:spPr>
            <a:xfrm flipH="1">
              <a:off x="10341960" y="13631153"/>
              <a:ext cx="169028" cy="29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7" name="Google Shape;66;p15">
              <a:extLst>
                <a:ext uri="{FF2B5EF4-FFF2-40B4-BE49-F238E27FC236}">
                  <a16:creationId xmlns:a16="http://schemas.microsoft.com/office/drawing/2014/main" id="{C4D17336-5A7D-D725-E590-2DB021257FD9}"/>
                </a:ext>
              </a:extLst>
            </p:cNvPr>
            <p:cNvSpPr/>
            <p:nvPr/>
          </p:nvSpPr>
          <p:spPr>
            <a:xfrm rot="5400000">
              <a:off x="10072594" y="14812031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328" name="Google Shape;68;p15">
              <a:extLst>
                <a:ext uri="{FF2B5EF4-FFF2-40B4-BE49-F238E27FC236}">
                  <a16:creationId xmlns:a16="http://schemas.microsoft.com/office/drawing/2014/main" id="{F0E5E066-7EE3-61C4-4B00-12D22782BE51}"/>
                </a:ext>
              </a:extLst>
            </p:cNvPr>
            <p:cNvSpPr/>
            <p:nvPr/>
          </p:nvSpPr>
          <p:spPr>
            <a:xfrm rot="5400000">
              <a:off x="10541950" y="14812032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329" name="Google Shape;69;p15">
              <a:extLst>
                <a:ext uri="{FF2B5EF4-FFF2-40B4-BE49-F238E27FC236}">
                  <a16:creationId xmlns:a16="http://schemas.microsoft.com/office/drawing/2014/main" id="{95A84B98-E9E7-D806-4FB4-9812CA6233C1}"/>
                </a:ext>
              </a:extLst>
            </p:cNvPr>
            <p:cNvSpPr/>
            <p:nvPr/>
          </p:nvSpPr>
          <p:spPr>
            <a:xfrm rot="5400000">
              <a:off x="11011302" y="14810401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330" name="Đường nối Thẳng 329">
              <a:extLst>
                <a:ext uri="{FF2B5EF4-FFF2-40B4-BE49-F238E27FC236}">
                  <a16:creationId xmlns:a16="http://schemas.microsoft.com/office/drawing/2014/main" id="{814C7CA0-4D7B-13A8-9950-807F2B9FC1B9}"/>
                </a:ext>
              </a:extLst>
            </p:cNvPr>
            <p:cNvCxnSpPr>
              <a:cxnSpLocks/>
              <a:stCxn id="327" idx="2"/>
            </p:cNvCxnSpPr>
            <p:nvPr/>
          </p:nvCxnSpPr>
          <p:spPr>
            <a:xfrm flipH="1">
              <a:off x="10340373" y="15020588"/>
              <a:ext cx="159844" cy="1505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6" name="Google Shape;66;p15">
              <a:extLst>
                <a:ext uri="{FF2B5EF4-FFF2-40B4-BE49-F238E27FC236}">
                  <a16:creationId xmlns:a16="http://schemas.microsoft.com/office/drawing/2014/main" id="{0D0DA4C2-614F-8958-5C1B-831994B236DE}"/>
                </a:ext>
              </a:extLst>
            </p:cNvPr>
            <p:cNvSpPr/>
            <p:nvPr/>
          </p:nvSpPr>
          <p:spPr>
            <a:xfrm rot="5400000">
              <a:off x="10060568" y="16163562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337" name="Google Shape;68;p15">
              <a:extLst>
                <a:ext uri="{FF2B5EF4-FFF2-40B4-BE49-F238E27FC236}">
                  <a16:creationId xmlns:a16="http://schemas.microsoft.com/office/drawing/2014/main" id="{94122A85-D036-AD3D-665C-72A5BB4F7C82}"/>
                </a:ext>
              </a:extLst>
            </p:cNvPr>
            <p:cNvSpPr/>
            <p:nvPr/>
          </p:nvSpPr>
          <p:spPr>
            <a:xfrm rot="5400000">
              <a:off x="10529924" y="16163563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338" name="Google Shape;69;p15">
              <a:extLst>
                <a:ext uri="{FF2B5EF4-FFF2-40B4-BE49-F238E27FC236}">
                  <a16:creationId xmlns:a16="http://schemas.microsoft.com/office/drawing/2014/main" id="{B96FECA7-31EF-8FB0-007A-4AC96DA19A15}"/>
                </a:ext>
              </a:extLst>
            </p:cNvPr>
            <p:cNvSpPr/>
            <p:nvPr/>
          </p:nvSpPr>
          <p:spPr>
            <a:xfrm rot="5400000">
              <a:off x="10999276" y="16161932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339" name="Đường nối Thẳng 338">
              <a:extLst>
                <a:ext uri="{FF2B5EF4-FFF2-40B4-BE49-F238E27FC236}">
                  <a16:creationId xmlns:a16="http://schemas.microsoft.com/office/drawing/2014/main" id="{17CFE12D-D9B7-A01F-DAEC-52B5764871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92773" y="15172988"/>
              <a:ext cx="159844" cy="1505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0" name="Đường nối Thẳng 339">
              <a:extLst>
                <a:ext uri="{FF2B5EF4-FFF2-40B4-BE49-F238E27FC236}">
                  <a16:creationId xmlns:a16="http://schemas.microsoft.com/office/drawing/2014/main" id="{336693C7-4768-70E3-72E3-3555B8EB84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1907" y="16345622"/>
              <a:ext cx="159844" cy="1505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41" name="Nhóm 340">
              <a:extLst>
                <a:ext uri="{FF2B5EF4-FFF2-40B4-BE49-F238E27FC236}">
                  <a16:creationId xmlns:a16="http://schemas.microsoft.com/office/drawing/2014/main" id="{A2CC9406-3CFD-988F-7BA2-09B97A19AE1D}"/>
                </a:ext>
              </a:extLst>
            </p:cNvPr>
            <p:cNvGrpSpPr/>
            <p:nvPr/>
          </p:nvGrpSpPr>
          <p:grpSpPr>
            <a:xfrm>
              <a:off x="12248266" y="11515114"/>
              <a:ext cx="417112" cy="1260475"/>
              <a:chOff x="13018859" y="8710508"/>
              <a:chExt cx="417112" cy="1260475"/>
            </a:xfrm>
          </p:grpSpPr>
          <p:grpSp>
            <p:nvGrpSpPr>
              <p:cNvPr id="342" name="Nhóm 341">
                <a:extLst>
                  <a:ext uri="{FF2B5EF4-FFF2-40B4-BE49-F238E27FC236}">
                    <a16:creationId xmlns:a16="http://schemas.microsoft.com/office/drawing/2014/main" id="{5C672190-F77C-F5D5-89F7-061ED9B59A7B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346" name="Hình chữ nhật: Góc Tròn 345">
                  <a:extLst>
                    <a:ext uri="{FF2B5EF4-FFF2-40B4-BE49-F238E27FC236}">
                      <a16:creationId xmlns:a16="http://schemas.microsoft.com/office/drawing/2014/main" id="{20914C20-9698-A963-5B84-87F896DBA42E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681"/>
                  </a:avLst>
                </a:prstGeom>
                <a:solidFill>
                  <a:srgbClr val="0033C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347" name="Hình Bầu dục 346">
                  <a:extLst>
                    <a:ext uri="{FF2B5EF4-FFF2-40B4-BE49-F238E27FC236}">
                      <a16:creationId xmlns:a16="http://schemas.microsoft.com/office/drawing/2014/main" id="{C3538F8C-F1E5-B0EA-00CD-1322E7B177F5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33CC"/>
                    </a:solidFill>
                  </a:endParaRPr>
                </a:p>
              </p:txBody>
            </p:sp>
          </p:grpSp>
          <p:sp>
            <p:nvSpPr>
              <p:cNvPr id="343" name="Hình Bầu dục 342">
                <a:extLst>
                  <a:ext uri="{FF2B5EF4-FFF2-40B4-BE49-F238E27FC236}">
                    <a16:creationId xmlns:a16="http://schemas.microsoft.com/office/drawing/2014/main" id="{E80082D4-D5A5-24DC-8FCF-C0E82098B261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33CC"/>
                  </a:solidFill>
                </a:endParaRPr>
              </a:p>
            </p:txBody>
          </p:sp>
          <p:sp>
            <p:nvSpPr>
              <p:cNvPr id="344" name="Hình Bầu dục 343">
                <a:extLst>
                  <a:ext uri="{FF2B5EF4-FFF2-40B4-BE49-F238E27FC236}">
                    <a16:creationId xmlns:a16="http://schemas.microsoft.com/office/drawing/2014/main" id="{7BBE32C3-59BB-1AFB-3D27-C42ECD6F0925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33CC"/>
                  </a:solidFill>
                </a:endParaRPr>
              </a:p>
            </p:txBody>
          </p:sp>
          <p:sp>
            <p:nvSpPr>
              <p:cNvPr id="345" name="Hình Bầu dục 344">
                <a:extLst>
                  <a:ext uri="{FF2B5EF4-FFF2-40B4-BE49-F238E27FC236}">
                    <a16:creationId xmlns:a16="http://schemas.microsoft.com/office/drawing/2014/main" id="{C1F421EA-4077-3F9E-3FBF-A8FE60B55654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33CC"/>
                  </a:solidFill>
                </a:endParaRPr>
              </a:p>
            </p:txBody>
          </p:sp>
        </p:grpSp>
        <p:grpSp>
          <p:nvGrpSpPr>
            <p:cNvPr id="348" name="Nhóm 347">
              <a:extLst>
                <a:ext uri="{FF2B5EF4-FFF2-40B4-BE49-F238E27FC236}">
                  <a16:creationId xmlns:a16="http://schemas.microsoft.com/office/drawing/2014/main" id="{00F32408-8290-A0D8-A57F-4FDB6AB8492D}"/>
                </a:ext>
              </a:extLst>
            </p:cNvPr>
            <p:cNvGrpSpPr/>
            <p:nvPr/>
          </p:nvGrpSpPr>
          <p:grpSpPr>
            <a:xfrm>
              <a:off x="12237591" y="12976908"/>
              <a:ext cx="417112" cy="1260475"/>
              <a:chOff x="13018859" y="8710508"/>
              <a:chExt cx="417112" cy="1260475"/>
            </a:xfrm>
          </p:grpSpPr>
          <p:grpSp>
            <p:nvGrpSpPr>
              <p:cNvPr id="349" name="Nhóm 348">
                <a:extLst>
                  <a:ext uri="{FF2B5EF4-FFF2-40B4-BE49-F238E27FC236}">
                    <a16:creationId xmlns:a16="http://schemas.microsoft.com/office/drawing/2014/main" id="{F28A4D1C-3C16-1087-2B63-5684F2F81730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353" name="Hình chữ nhật: Góc Tròn 352">
                  <a:extLst>
                    <a:ext uri="{FF2B5EF4-FFF2-40B4-BE49-F238E27FC236}">
                      <a16:creationId xmlns:a16="http://schemas.microsoft.com/office/drawing/2014/main" id="{F6C46001-5297-31A5-1D7B-A043E50BDC33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376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4" name="Hình Bầu dục 353">
                  <a:extLst>
                    <a:ext uri="{FF2B5EF4-FFF2-40B4-BE49-F238E27FC236}">
                      <a16:creationId xmlns:a16="http://schemas.microsoft.com/office/drawing/2014/main" id="{8FA97B2D-3D5D-F0F7-9B7C-5746227DAAED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50" name="Hình Bầu dục 349">
                <a:extLst>
                  <a:ext uri="{FF2B5EF4-FFF2-40B4-BE49-F238E27FC236}">
                    <a16:creationId xmlns:a16="http://schemas.microsoft.com/office/drawing/2014/main" id="{D3060E53-123C-BE97-9D39-6200068CCC14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" name="Hình Bầu dục 350">
                <a:extLst>
                  <a:ext uri="{FF2B5EF4-FFF2-40B4-BE49-F238E27FC236}">
                    <a16:creationId xmlns:a16="http://schemas.microsoft.com/office/drawing/2014/main" id="{7B72ED12-4A5E-195F-5D21-1019BF1BDB81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" name="Hình Bầu dục 351">
                <a:extLst>
                  <a:ext uri="{FF2B5EF4-FFF2-40B4-BE49-F238E27FC236}">
                    <a16:creationId xmlns:a16="http://schemas.microsoft.com/office/drawing/2014/main" id="{B88C198A-4B21-3548-0842-4FDEA5700F76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5" name="Nhóm 384">
              <a:extLst>
                <a:ext uri="{FF2B5EF4-FFF2-40B4-BE49-F238E27FC236}">
                  <a16:creationId xmlns:a16="http://schemas.microsoft.com/office/drawing/2014/main" id="{6A2B5B51-639F-6823-5740-1A0EE468E35B}"/>
                </a:ext>
              </a:extLst>
            </p:cNvPr>
            <p:cNvGrpSpPr/>
            <p:nvPr/>
          </p:nvGrpSpPr>
          <p:grpSpPr>
            <a:xfrm>
              <a:off x="12237591" y="14398968"/>
              <a:ext cx="417112" cy="1260475"/>
              <a:chOff x="13018859" y="8710508"/>
              <a:chExt cx="417112" cy="1260475"/>
            </a:xfrm>
          </p:grpSpPr>
          <p:grpSp>
            <p:nvGrpSpPr>
              <p:cNvPr id="393" name="Nhóm 392">
                <a:extLst>
                  <a:ext uri="{FF2B5EF4-FFF2-40B4-BE49-F238E27FC236}">
                    <a16:creationId xmlns:a16="http://schemas.microsoft.com/office/drawing/2014/main" id="{D5DF6DA7-201B-5FDF-3F88-353AB303759A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397" name="Hình chữ nhật: Góc Tròn 396">
                  <a:extLst>
                    <a:ext uri="{FF2B5EF4-FFF2-40B4-BE49-F238E27FC236}">
                      <a16:creationId xmlns:a16="http://schemas.microsoft.com/office/drawing/2014/main" id="{16D2AADA-1B3D-EFD3-CC04-C86C9A1BA73C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681"/>
                  </a:avLst>
                </a:prstGeom>
                <a:solidFill>
                  <a:srgbClr val="FF740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8" name="Hình Bầu dục 397">
                  <a:extLst>
                    <a:ext uri="{FF2B5EF4-FFF2-40B4-BE49-F238E27FC236}">
                      <a16:creationId xmlns:a16="http://schemas.microsoft.com/office/drawing/2014/main" id="{6B6A1979-1164-3ED0-9BC0-34DCAC863396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94" name="Hình Bầu dục 393">
                <a:extLst>
                  <a:ext uri="{FF2B5EF4-FFF2-40B4-BE49-F238E27FC236}">
                    <a16:creationId xmlns:a16="http://schemas.microsoft.com/office/drawing/2014/main" id="{98404E2E-C3B1-36DF-A2E1-78EF8C33BFC2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5" name="Hình Bầu dục 394">
                <a:extLst>
                  <a:ext uri="{FF2B5EF4-FFF2-40B4-BE49-F238E27FC236}">
                    <a16:creationId xmlns:a16="http://schemas.microsoft.com/office/drawing/2014/main" id="{26D35E45-40F5-2613-8B6E-E785CAB23670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6" name="Hình Bầu dục 395">
                <a:extLst>
                  <a:ext uri="{FF2B5EF4-FFF2-40B4-BE49-F238E27FC236}">
                    <a16:creationId xmlns:a16="http://schemas.microsoft.com/office/drawing/2014/main" id="{207DDF8A-C5D7-75CB-56B1-4FADB3A44067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6" name="Nhóm 385">
              <a:extLst>
                <a:ext uri="{FF2B5EF4-FFF2-40B4-BE49-F238E27FC236}">
                  <a16:creationId xmlns:a16="http://schemas.microsoft.com/office/drawing/2014/main" id="{FC9BB66E-3BF2-7117-B76F-6C9F4C2E574B}"/>
                </a:ext>
              </a:extLst>
            </p:cNvPr>
            <p:cNvGrpSpPr/>
            <p:nvPr/>
          </p:nvGrpSpPr>
          <p:grpSpPr>
            <a:xfrm>
              <a:off x="12239422" y="15746191"/>
              <a:ext cx="417112" cy="1260475"/>
              <a:chOff x="13018859" y="8710508"/>
              <a:chExt cx="417112" cy="1260475"/>
            </a:xfrm>
          </p:grpSpPr>
          <p:grpSp>
            <p:nvGrpSpPr>
              <p:cNvPr id="387" name="Nhóm 386">
                <a:extLst>
                  <a:ext uri="{FF2B5EF4-FFF2-40B4-BE49-F238E27FC236}">
                    <a16:creationId xmlns:a16="http://schemas.microsoft.com/office/drawing/2014/main" id="{CFF03147-B774-0AB1-6A4E-8B70D8F09295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391" name="Hình chữ nhật: Góc Tròn 390">
                  <a:extLst>
                    <a:ext uri="{FF2B5EF4-FFF2-40B4-BE49-F238E27FC236}">
                      <a16:creationId xmlns:a16="http://schemas.microsoft.com/office/drawing/2014/main" id="{6D2B0EFD-64DE-25A9-0EE9-B7C3A0BC76F9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376"/>
                  </a:avLst>
                </a:prstGeom>
                <a:solidFill>
                  <a:srgbClr val="9900F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2" name="Hình Bầu dục 391">
                  <a:extLst>
                    <a:ext uri="{FF2B5EF4-FFF2-40B4-BE49-F238E27FC236}">
                      <a16:creationId xmlns:a16="http://schemas.microsoft.com/office/drawing/2014/main" id="{E75E8622-FCC2-B850-28D4-26C84699A923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88" name="Hình Bầu dục 387">
                <a:extLst>
                  <a:ext uri="{FF2B5EF4-FFF2-40B4-BE49-F238E27FC236}">
                    <a16:creationId xmlns:a16="http://schemas.microsoft.com/office/drawing/2014/main" id="{A786D71C-0950-5159-DF8D-13BE828DA597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9" name="Hình Bầu dục 388">
                <a:extLst>
                  <a:ext uri="{FF2B5EF4-FFF2-40B4-BE49-F238E27FC236}">
                    <a16:creationId xmlns:a16="http://schemas.microsoft.com/office/drawing/2014/main" id="{179A19E3-9711-8095-0A72-DEED6CBE93F0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0" name="Hình Bầu dục 389">
                <a:extLst>
                  <a:ext uri="{FF2B5EF4-FFF2-40B4-BE49-F238E27FC236}">
                    <a16:creationId xmlns:a16="http://schemas.microsoft.com/office/drawing/2014/main" id="{8B638539-8F10-BC28-8F4A-A1F3F3CEC60D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99" name="Đường nối Thẳng 398">
              <a:extLst>
                <a:ext uri="{FF2B5EF4-FFF2-40B4-BE49-F238E27FC236}">
                  <a16:creationId xmlns:a16="http://schemas.microsoft.com/office/drawing/2014/main" id="{2000C95E-A67D-9860-122E-08F4BDC5DA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66808" y="12203621"/>
              <a:ext cx="359765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1" name="Đường nối Thẳng 400">
              <a:extLst>
                <a:ext uri="{FF2B5EF4-FFF2-40B4-BE49-F238E27FC236}">
                  <a16:creationId xmlns:a16="http://schemas.microsoft.com/office/drawing/2014/main" id="{8FA8BB75-A550-55DD-DA3A-706AE82B5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77826" y="13608774"/>
              <a:ext cx="359765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3" name="Đường nối Thẳng 402">
              <a:extLst>
                <a:ext uri="{FF2B5EF4-FFF2-40B4-BE49-F238E27FC236}">
                  <a16:creationId xmlns:a16="http://schemas.microsoft.com/office/drawing/2014/main" id="{47624474-4C78-D2A6-FD16-10CCD5C0C4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6037" y="15020587"/>
              <a:ext cx="381554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4" name="Đường nối Thẳng 403">
              <a:extLst>
                <a:ext uri="{FF2B5EF4-FFF2-40B4-BE49-F238E27FC236}">
                  <a16:creationId xmlns:a16="http://schemas.microsoft.com/office/drawing/2014/main" id="{2B1A578F-55BD-0E29-1022-2A95AEE91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49197" y="16370488"/>
              <a:ext cx="359765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6" name="Google Shape;66;p15">
              <a:extLst>
                <a:ext uri="{FF2B5EF4-FFF2-40B4-BE49-F238E27FC236}">
                  <a16:creationId xmlns:a16="http://schemas.microsoft.com/office/drawing/2014/main" id="{C4B8CE08-EEA4-083D-1BBF-E7F11BFC3C23}"/>
                </a:ext>
              </a:extLst>
            </p:cNvPr>
            <p:cNvSpPr/>
            <p:nvPr/>
          </p:nvSpPr>
          <p:spPr>
            <a:xfrm rot="5400000">
              <a:off x="13807098" y="12003119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407" name="Google Shape;68;p15">
              <a:extLst>
                <a:ext uri="{FF2B5EF4-FFF2-40B4-BE49-F238E27FC236}">
                  <a16:creationId xmlns:a16="http://schemas.microsoft.com/office/drawing/2014/main" id="{2143AE87-DE5B-8041-A28F-81AEB8E3FDE1}"/>
                </a:ext>
              </a:extLst>
            </p:cNvPr>
            <p:cNvSpPr/>
            <p:nvPr/>
          </p:nvSpPr>
          <p:spPr>
            <a:xfrm rot="5400000">
              <a:off x="14276454" y="12003120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408" name="Google Shape;69;p15">
              <a:extLst>
                <a:ext uri="{FF2B5EF4-FFF2-40B4-BE49-F238E27FC236}">
                  <a16:creationId xmlns:a16="http://schemas.microsoft.com/office/drawing/2014/main" id="{2FC0A950-EFCF-08C4-40B2-BD1370A0A623}"/>
                </a:ext>
              </a:extLst>
            </p:cNvPr>
            <p:cNvSpPr/>
            <p:nvPr/>
          </p:nvSpPr>
          <p:spPr>
            <a:xfrm rot="5400000">
              <a:off x="14745806" y="12001489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sp>
          <p:nvSpPr>
            <p:cNvPr id="418" name="Google Shape;66;p15">
              <a:extLst>
                <a:ext uri="{FF2B5EF4-FFF2-40B4-BE49-F238E27FC236}">
                  <a16:creationId xmlns:a16="http://schemas.microsoft.com/office/drawing/2014/main" id="{53E7850C-C1BF-045B-6ADC-2017460C58F5}"/>
                </a:ext>
              </a:extLst>
            </p:cNvPr>
            <p:cNvSpPr/>
            <p:nvPr/>
          </p:nvSpPr>
          <p:spPr>
            <a:xfrm rot="5400000">
              <a:off x="13807099" y="16231874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419" name="Google Shape;68;p15">
              <a:extLst>
                <a:ext uri="{FF2B5EF4-FFF2-40B4-BE49-F238E27FC236}">
                  <a16:creationId xmlns:a16="http://schemas.microsoft.com/office/drawing/2014/main" id="{9A7D6FD2-9759-B24B-8519-94DCCB41F315}"/>
                </a:ext>
              </a:extLst>
            </p:cNvPr>
            <p:cNvSpPr/>
            <p:nvPr/>
          </p:nvSpPr>
          <p:spPr>
            <a:xfrm rot="5400000">
              <a:off x="14276455" y="16231875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420" name="Google Shape;69;p15">
              <a:extLst>
                <a:ext uri="{FF2B5EF4-FFF2-40B4-BE49-F238E27FC236}">
                  <a16:creationId xmlns:a16="http://schemas.microsoft.com/office/drawing/2014/main" id="{6115969F-2C65-23E8-4EC9-03FCC99AB52A}"/>
                </a:ext>
              </a:extLst>
            </p:cNvPr>
            <p:cNvSpPr/>
            <p:nvPr/>
          </p:nvSpPr>
          <p:spPr>
            <a:xfrm rot="5400000">
              <a:off x="14745807" y="16230244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sp>
          <p:nvSpPr>
            <p:cNvPr id="421" name="Google Shape;66;p15">
              <a:extLst>
                <a:ext uri="{FF2B5EF4-FFF2-40B4-BE49-F238E27FC236}">
                  <a16:creationId xmlns:a16="http://schemas.microsoft.com/office/drawing/2014/main" id="{6F3F29C5-9AD0-C746-6F7D-2C2F09A3B342}"/>
                </a:ext>
              </a:extLst>
            </p:cNvPr>
            <p:cNvSpPr/>
            <p:nvPr/>
          </p:nvSpPr>
          <p:spPr>
            <a:xfrm rot="5400000">
              <a:off x="15335026" y="11998899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422" name="Google Shape;68;p15">
              <a:extLst>
                <a:ext uri="{FF2B5EF4-FFF2-40B4-BE49-F238E27FC236}">
                  <a16:creationId xmlns:a16="http://schemas.microsoft.com/office/drawing/2014/main" id="{C6329641-C930-37F1-89B3-00442A15E577}"/>
                </a:ext>
              </a:extLst>
            </p:cNvPr>
            <p:cNvSpPr/>
            <p:nvPr/>
          </p:nvSpPr>
          <p:spPr>
            <a:xfrm rot="5400000">
              <a:off x="15804382" y="11998900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423" name="Google Shape;69;p15">
              <a:extLst>
                <a:ext uri="{FF2B5EF4-FFF2-40B4-BE49-F238E27FC236}">
                  <a16:creationId xmlns:a16="http://schemas.microsoft.com/office/drawing/2014/main" id="{1A6AC230-8DDC-1C69-9491-A96E87180A00}"/>
                </a:ext>
              </a:extLst>
            </p:cNvPr>
            <p:cNvSpPr/>
            <p:nvPr/>
          </p:nvSpPr>
          <p:spPr>
            <a:xfrm rot="5400000">
              <a:off x="16273734" y="11997269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424" name="Đường nối Thẳng 423">
              <a:extLst>
                <a:ext uri="{FF2B5EF4-FFF2-40B4-BE49-F238E27FC236}">
                  <a16:creationId xmlns:a16="http://schemas.microsoft.com/office/drawing/2014/main" id="{1CC17A8C-7715-44FE-2418-30AC80ECBD10}"/>
                </a:ext>
              </a:extLst>
            </p:cNvPr>
            <p:cNvCxnSpPr>
              <a:cxnSpLocks/>
              <a:stCxn id="421" idx="2"/>
              <a:endCxn id="408" idx="0"/>
            </p:cNvCxnSpPr>
            <p:nvPr/>
          </p:nvCxnSpPr>
          <p:spPr>
            <a:xfrm flipH="1">
              <a:off x="15590540" y="12207456"/>
              <a:ext cx="172109" cy="2589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3" name="Google Shape;66;p15">
              <a:extLst>
                <a:ext uri="{FF2B5EF4-FFF2-40B4-BE49-F238E27FC236}">
                  <a16:creationId xmlns:a16="http://schemas.microsoft.com/office/drawing/2014/main" id="{32629F2A-F8A5-2685-967F-E6E7C77F87D9}"/>
                </a:ext>
              </a:extLst>
            </p:cNvPr>
            <p:cNvSpPr/>
            <p:nvPr/>
          </p:nvSpPr>
          <p:spPr>
            <a:xfrm rot="5400000">
              <a:off x="15312231" y="16248680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434" name="Google Shape;68;p15">
              <a:extLst>
                <a:ext uri="{FF2B5EF4-FFF2-40B4-BE49-F238E27FC236}">
                  <a16:creationId xmlns:a16="http://schemas.microsoft.com/office/drawing/2014/main" id="{209D21FE-37E3-94F2-AB46-2947D7CE79E4}"/>
                </a:ext>
              </a:extLst>
            </p:cNvPr>
            <p:cNvSpPr/>
            <p:nvPr/>
          </p:nvSpPr>
          <p:spPr>
            <a:xfrm rot="5400000">
              <a:off x="15781587" y="16248681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435" name="Google Shape;69;p15">
              <a:extLst>
                <a:ext uri="{FF2B5EF4-FFF2-40B4-BE49-F238E27FC236}">
                  <a16:creationId xmlns:a16="http://schemas.microsoft.com/office/drawing/2014/main" id="{0E7EDF33-52F8-4011-B0DA-EC1E2E0768A1}"/>
                </a:ext>
              </a:extLst>
            </p:cNvPr>
            <p:cNvSpPr/>
            <p:nvPr/>
          </p:nvSpPr>
          <p:spPr>
            <a:xfrm rot="5400000">
              <a:off x="16250939" y="16247050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437" name="Đường nối Thẳng 436">
              <a:extLst>
                <a:ext uri="{FF2B5EF4-FFF2-40B4-BE49-F238E27FC236}">
                  <a16:creationId xmlns:a16="http://schemas.microsoft.com/office/drawing/2014/main" id="{8CEC4BC7-A076-6656-7672-D9138480CA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83570" y="16430740"/>
              <a:ext cx="159844" cy="1505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8" name="Đường nối Thẳng 437">
              <a:extLst>
                <a:ext uri="{FF2B5EF4-FFF2-40B4-BE49-F238E27FC236}">
                  <a16:creationId xmlns:a16="http://schemas.microsoft.com/office/drawing/2014/main" id="{DCB1FAE6-43B3-4DC2-3D38-E4B9701E4A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00860" y="16455606"/>
              <a:ext cx="250013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9" name="Đường nối Thẳng 438">
              <a:extLst>
                <a:ext uri="{FF2B5EF4-FFF2-40B4-BE49-F238E27FC236}">
                  <a16:creationId xmlns:a16="http://schemas.microsoft.com/office/drawing/2014/main" id="{50068894-C9F2-2FE7-5FB4-A66E4B7345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24142" y="12188441"/>
              <a:ext cx="224612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9" name="Hộp Văn bản 518">
              <a:extLst>
                <a:ext uri="{FF2B5EF4-FFF2-40B4-BE49-F238E27FC236}">
                  <a16:creationId xmlns:a16="http://schemas.microsoft.com/office/drawing/2014/main" id="{8B6AACB5-487B-C167-B77A-027C51A078F9}"/>
                </a:ext>
              </a:extLst>
            </p:cNvPr>
            <p:cNvSpPr txBox="1"/>
            <p:nvPr/>
          </p:nvSpPr>
          <p:spPr>
            <a:xfrm>
              <a:off x="94750" y="14747771"/>
              <a:ext cx="2109368" cy="55399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500" dirty="0" err="1">
                  <a:solidFill>
                    <a:sysClr val="windowText" lastClr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Hốc</a:t>
              </a:r>
              <a:r>
                <a:rPr lang="en-US" sz="1500" dirty="0">
                  <a:solidFill>
                    <a:sysClr val="windowText" lastClr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500" dirty="0" err="1">
                  <a:solidFill>
                    <a:sysClr val="windowText" lastClr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phó</a:t>
              </a:r>
              <a:r>
                <a:rPr lang="en-US" sz="1500" dirty="0">
                  <a:solidFill>
                    <a:sysClr val="windowText" lastClr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500" dirty="0" err="1">
                  <a:solidFill>
                    <a:sysClr val="windowText" lastClr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và</a:t>
              </a:r>
              <a:r>
                <a:rPr lang="en-US" sz="1500" dirty="0">
                  <a:solidFill>
                    <a:sysClr val="windowText" lastClr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500" dirty="0" err="1">
                  <a:solidFill>
                    <a:sysClr val="windowText" lastClr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đám</a:t>
              </a:r>
              <a:r>
                <a:rPr lang="en-US" sz="1500" dirty="0">
                  <a:solidFill>
                    <a:sysClr val="windowText" lastClr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500" dirty="0" err="1">
                  <a:solidFill>
                    <a:sysClr val="windowText" lastClr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hốc</a:t>
              </a:r>
              <a:r>
                <a:rPr lang="en-US" sz="1500" dirty="0">
                  <a:solidFill>
                    <a:sysClr val="windowText" lastClr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con.</a:t>
              </a:r>
            </a:p>
          </p:txBody>
        </p:sp>
        <p:sp>
          <p:nvSpPr>
            <p:cNvPr id="532" name="Hộp Văn bản 531">
              <a:extLst>
                <a:ext uri="{FF2B5EF4-FFF2-40B4-BE49-F238E27FC236}">
                  <a16:creationId xmlns:a16="http://schemas.microsoft.com/office/drawing/2014/main" id="{203EFA2D-6B46-7EAF-CFA8-8ECCC13319C0}"/>
                </a:ext>
              </a:extLst>
            </p:cNvPr>
            <p:cNvSpPr txBox="1"/>
            <p:nvPr/>
          </p:nvSpPr>
          <p:spPr>
            <a:xfrm>
              <a:off x="4713655" y="11057156"/>
              <a:ext cx="22701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Feature Extraction</a:t>
              </a:r>
            </a:p>
          </p:txBody>
        </p:sp>
        <p:grpSp>
          <p:nvGrpSpPr>
            <p:cNvPr id="741" name="Nhóm 740">
              <a:extLst>
                <a:ext uri="{FF2B5EF4-FFF2-40B4-BE49-F238E27FC236}">
                  <a16:creationId xmlns:a16="http://schemas.microsoft.com/office/drawing/2014/main" id="{F356C64F-D281-0115-B0A2-B5D20DE27FB0}"/>
                </a:ext>
              </a:extLst>
            </p:cNvPr>
            <p:cNvGrpSpPr/>
            <p:nvPr/>
          </p:nvGrpSpPr>
          <p:grpSpPr>
            <a:xfrm>
              <a:off x="12226573" y="17230289"/>
              <a:ext cx="417112" cy="1260475"/>
              <a:chOff x="13018859" y="8710508"/>
              <a:chExt cx="417112" cy="1260475"/>
            </a:xfrm>
          </p:grpSpPr>
          <p:grpSp>
            <p:nvGrpSpPr>
              <p:cNvPr id="742" name="Nhóm 741">
                <a:extLst>
                  <a:ext uri="{FF2B5EF4-FFF2-40B4-BE49-F238E27FC236}">
                    <a16:creationId xmlns:a16="http://schemas.microsoft.com/office/drawing/2014/main" id="{1DEDC403-2CC2-54C5-2630-0F344080B90B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746" name="Hình chữ nhật: Góc Tròn 745">
                  <a:extLst>
                    <a:ext uri="{FF2B5EF4-FFF2-40B4-BE49-F238E27FC236}">
                      <a16:creationId xmlns:a16="http://schemas.microsoft.com/office/drawing/2014/main" id="{4B6D595D-9C33-DC3A-315E-E880619871A9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681"/>
                  </a:avLst>
                </a:prstGeom>
                <a:solidFill>
                  <a:srgbClr val="F2AA8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47" name="Hình Bầu dục 746">
                  <a:extLst>
                    <a:ext uri="{FF2B5EF4-FFF2-40B4-BE49-F238E27FC236}">
                      <a16:creationId xmlns:a16="http://schemas.microsoft.com/office/drawing/2014/main" id="{027CE986-A01C-8B6B-C3EA-018D59EC1F94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43" name="Hình Bầu dục 742">
                <a:extLst>
                  <a:ext uri="{FF2B5EF4-FFF2-40B4-BE49-F238E27FC236}">
                    <a16:creationId xmlns:a16="http://schemas.microsoft.com/office/drawing/2014/main" id="{3FCF0CB4-981A-2040-8BD6-1E50E9581BC0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4" name="Hình Bầu dục 743">
                <a:extLst>
                  <a:ext uri="{FF2B5EF4-FFF2-40B4-BE49-F238E27FC236}">
                    <a16:creationId xmlns:a16="http://schemas.microsoft.com/office/drawing/2014/main" id="{A81FA84D-7A7D-DDA8-321F-F1E8CD9592F9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5" name="Hình Bầu dục 744">
                <a:extLst>
                  <a:ext uri="{FF2B5EF4-FFF2-40B4-BE49-F238E27FC236}">
                    <a16:creationId xmlns:a16="http://schemas.microsoft.com/office/drawing/2014/main" id="{97517086-F933-3A35-58B3-8C2C6CCF9DEA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50" name="Đường nối Thẳng 749">
              <a:extLst>
                <a:ext uri="{FF2B5EF4-FFF2-40B4-BE49-F238E27FC236}">
                  <a16:creationId xmlns:a16="http://schemas.microsoft.com/office/drawing/2014/main" id="{AAA70147-08FA-B8F5-1BAC-A59FDC4D4F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77830" y="17883049"/>
              <a:ext cx="4470436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2" name="Đường nối Thẳng 751">
              <a:extLst>
                <a:ext uri="{FF2B5EF4-FFF2-40B4-BE49-F238E27FC236}">
                  <a16:creationId xmlns:a16="http://schemas.microsoft.com/office/drawing/2014/main" id="{225BCB61-254B-5674-BE4D-65F92AB3F4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1450" y="10701154"/>
              <a:ext cx="3783749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753" name="Nhóm 752">
              <a:extLst>
                <a:ext uri="{FF2B5EF4-FFF2-40B4-BE49-F238E27FC236}">
                  <a16:creationId xmlns:a16="http://schemas.microsoft.com/office/drawing/2014/main" id="{3C5D2D5E-ABB0-E097-D773-B8560D56D6DC}"/>
                </a:ext>
              </a:extLst>
            </p:cNvPr>
            <p:cNvGrpSpPr/>
            <p:nvPr/>
          </p:nvGrpSpPr>
          <p:grpSpPr>
            <a:xfrm>
              <a:off x="12263372" y="10046806"/>
              <a:ext cx="417112" cy="1260475"/>
              <a:chOff x="13018859" y="8710508"/>
              <a:chExt cx="417112" cy="1260475"/>
            </a:xfrm>
          </p:grpSpPr>
          <p:grpSp>
            <p:nvGrpSpPr>
              <p:cNvPr id="754" name="Nhóm 753">
                <a:extLst>
                  <a:ext uri="{FF2B5EF4-FFF2-40B4-BE49-F238E27FC236}">
                    <a16:creationId xmlns:a16="http://schemas.microsoft.com/office/drawing/2014/main" id="{01FDF04C-0D10-85BC-3EE2-1A96CD4C8061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758" name="Hình chữ nhật: Góc Tròn 757">
                  <a:extLst>
                    <a:ext uri="{FF2B5EF4-FFF2-40B4-BE49-F238E27FC236}">
                      <a16:creationId xmlns:a16="http://schemas.microsoft.com/office/drawing/2014/main" id="{5D049888-23EC-253D-890C-61B33EA93D06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681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9" name="Hình Bầu dục 758">
                  <a:extLst>
                    <a:ext uri="{FF2B5EF4-FFF2-40B4-BE49-F238E27FC236}">
                      <a16:creationId xmlns:a16="http://schemas.microsoft.com/office/drawing/2014/main" id="{CC55E1D3-7382-3AFE-7FFB-AC97D8B758C8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5" name="Hình Bầu dục 754">
                <a:extLst>
                  <a:ext uri="{FF2B5EF4-FFF2-40B4-BE49-F238E27FC236}">
                    <a16:creationId xmlns:a16="http://schemas.microsoft.com/office/drawing/2014/main" id="{C1943FF2-698B-B712-6D4E-980CC7B4AA1B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6" name="Hình Bầu dục 755">
                <a:extLst>
                  <a:ext uri="{FF2B5EF4-FFF2-40B4-BE49-F238E27FC236}">
                    <a16:creationId xmlns:a16="http://schemas.microsoft.com/office/drawing/2014/main" id="{62D6A4B7-227C-C551-1FF8-0F47B7C49B45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7" name="Hình Bầu dục 756">
                <a:extLst>
                  <a:ext uri="{FF2B5EF4-FFF2-40B4-BE49-F238E27FC236}">
                    <a16:creationId xmlns:a16="http://schemas.microsoft.com/office/drawing/2014/main" id="{9B6D0364-3152-2161-98F3-3EC9AD83B141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61" name="Đường nối Thẳng 760">
              <a:extLst>
                <a:ext uri="{FF2B5EF4-FFF2-40B4-BE49-F238E27FC236}">
                  <a16:creationId xmlns:a16="http://schemas.microsoft.com/office/drawing/2014/main" id="{CE74A484-8EF3-011C-2B10-AF452E6409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1953" y="10694022"/>
              <a:ext cx="0" cy="8899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880" name="Nhóm 879">
              <a:extLst>
                <a:ext uri="{FF2B5EF4-FFF2-40B4-BE49-F238E27FC236}">
                  <a16:creationId xmlns:a16="http://schemas.microsoft.com/office/drawing/2014/main" id="{21841139-E75F-392B-E5B2-FB144D7536C6}"/>
                </a:ext>
              </a:extLst>
            </p:cNvPr>
            <p:cNvGrpSpPr/>
            <p:nvPr/>
          </p:nvGrpSpPr>
          <p:grpSpPr>
            <a:xfrm>
              <a:off x="13276636" y="9999767"/>
              <a:ext cx="578798" cy="4249497"/>
              <a:chOff x="14451419" y="7145878"/>
              <a:chExt cx="578798" cy="4249497"/>
            </a:xfrm>
          </p:grpSpPr>
          <p:sp>
            <p:nvSpPr>
              <p:cNvPr id="788" name="Google Shape;65;p15">
                <a:extLst>
                  <a:ext uri="{FF2B5EF4-FFF2-40B4-BE49-F238E27FC236}">
                    <a16:creationId xmlns:a16="http://schemas.microsoft.com/office/drawing/2014/main" id="{0DC38DFF-0B41-35EA-2F3E-ED692B1C0FBF}"/>
                  </a:ext>
                </a:extLst>
              </p:cNvPr>
              <p:cNvSpPr/>
              <p:nvPr/>
            </p:nvSpPr>
            <p:spPr>
              <a:xfrm rot="5400000">
                <a:off x="12616069" y="8981228"/>
                <a:ext cx="4249497" cy="578798"/>
              </a:xfrm>
              <a:prstGeom prst="roundRect">
                <a:avLst>
                  <a:gd name="adj" fmla="val 35331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767" name="Nhóm 766">
                <a:extLst>
                  <a:ext uri="{FF2B5EF4-FFF2-40B4-BE49-F238E27FC236}">
                    <a16:creationId xmlns:a16="http://schemas.microsoft.com/office/drawing/2014/main" id="{792F9DDA-252F-10F6-C5C4-883CE12187E4}"/>
                  </a:ext>
                </a:extLst>
              </p:cNvPr>
              <p:cNvGrpSpPr/>
              <p:nvPr/>
            </p:nvGrpSpPr>
            <p:grpSpPr>
              <a:xfrm>
                <a:off x="14529700" y="8661225"/>
                <a:ext cx="417112" cy="1260475"/>
                <a:chOff x="13018859" y="8710508"/>
                <a:chExt cx="417112" cy="1260475"/>
              </a:xfrm>
            </p:grpSpPr>
            <p:grpSp>
              <p:nvGrpSpPr>
                <p:cNvPr id="768" name="Nhóm 767">
                  <a:extLst>
                    <a:ext uri="{FF2B5EF4-FFF2-40B4-BE49-F238E27FC236}">
                      <a16:creationId xmlns:a16="http://schemas.microsoft.com/office/drawing/2014/main" id="{A3DEE9C8-9733-600C-3A3D-AE4CAA1AB7FF}"/>
                    </a:ext>
                  </a:extLst>
                </p:cNvPr>
                <p:cNvGrpSpPr/>
                <p:nvPr/>
              </p:nvGrpSpPr>
              <p:grpSpPr>
                <a:xfrm>
                  <a:off x="13018859" y="8710508"/>
                  <a:ext cx="417112" cy="1260475"/>
                  <a:chOff x="13629375" y="8884392"/>
                  <a:chExt cx="513673" cy="1552275"/>
                </a:xfrm>
              </p:grpSpPr>
              <p:sp>
                <p:nvSpPr>
                  <p:cNvPr id="772" name="Hình chữ nhật: Góc Tròn 771">
                    <a:extLst>
                      <a:ext uri="{FF2B5EF4-FFF2-40B4-BE49-F238E27FC236}">
                        <a16:creationId xmlns:a16="http://schemas.microsoft.com/office/drawing/2014/main" id="{911CE7BC-7CE9-922B-4B87-4D3DBCC5CAFB}"/>
                      </a:ext>
                    </a:extLst>
                  </p:cNvPr>
                  <p:cNvSpPr/>
                  <p:nvPr/>
                </p:nvSpPr>
                <p:spPr>
                  <a:xfrm>
                    <a:off x="13629375" y="8884392"/>
                    <a:ext cx="513673" cy="1552275"/>
                  </a:xfrm>
                  <a:prstGeom prst="roundRect">
                    <a:avLst>
                      <a:gd name="adj" fmla="val 14681"/>
                    </a:avLst>
                  </a:prstGeom>
                  <a:solidFill>
                    <a:srgbClr val="0033CC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rgbClr val="0033CC"/>
                      </a:solidFill>
                    </a:endParaRPr>
                  </a:p>
                </p:txBody>
              </p:sp>
              <p:sp>
                <p:nvSpPr>
                  <p:cNvPr id="773" name="Hình Bầu dục 772">
                    <a:extLst>
                      <a:ext uri="{FF2B5EF4-FFF2-40B4-BE49-F238E27FC236}">
                        <a16:creationId xmlns:a16="http://schemas.microsoft.com/office/drawing/2014/main" id="{1AABD35E-2C31-1A7C-719B-2CBECD404FF3}"/>
                      </a:ext>
                    </a:extLst>
                  </p:cNvPr>
                  <p:cNvSpPr/>
                  <p:nvPr/>
                </p:nvSpPr>
                <p:spPr>
                  <a:xfrm>
                    <a:off x="13729076" y="8993526"/>
                    <a:ext cx="319074" cy="301038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0033CC"/>
                      </a:solidFill>
                    </a:endParaRPr>
                  </a:p>
                </p:txBody>
              </p:sp>
            </p:grpSp>
            <p:sp>
              <p:nvSpPr>
                <p:cNvPr id="769" name="Hình Bầu dục 768">
                  <a:extLst>
                    <a:ext uri="{FF2B5EF4-FFF2-40B4-BE49-F238E27FC236}">
                      <a16:creationId xmlns:a16="http://schemas.microsoft.com/office/drawing/2014/main" id="{29101E82-E183-5AE1-7483-5096046B261A}"/>
                    </a:ext>
                  </a:extLst>
                </p:cNvPr>
                <p:cNvSpPr/>
                <p:nvPr/>
              </p:nvSpPr>
              <p:spPr>
                <a:xfrm>
                  <a:off x="13099818" y="9086137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770" name="Hình Bầu dục 769">
                  <a:extLst>
                    <a:ext uri="{FF2B5EF4-FFF2-40B4-BE49-F238E27FC236}">
                      <a16:creationId xmlns:a16="http://schemas.microsoft.com/office/drawing/2014/main" id="{BC9AC9F4-EB5E-F88F-74F3-1437E11E6B16}"/>
                    </a:ext>
                  </a:extLst>
                </p:cNvPr>
                <p:cNvSpPr/>
                <p:nvPr/>
              </p:nvSpPr>
              <p:spPr>
                <a:xfrm>
                  <a:off x="13097868" y="9372003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771" name="Hình Bầu dục 770">
                  <a:extLst>
                    <a:ext uri="{FF2B5EF4-FFF2-40B4-BE49-F238E27FC236}">
                      <a16:creationId xmlns:a16="http://schemas.microsoft.com/office/drawing/2014/main" id="{CEC4B247-0441-9E7F-E103-11D1647830DB}"/>
                    </a:ext>
                  </a:extLst>
                </p:cNvPr>
                <p:cNvSpPr/>
                <p:nvPr/>
              </p:nvSpPr>
              <p:spPr>
                <a:xfrm>
                  <a:off x="13097868" y="9660631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33CC"/>
                    </a:solidFill>
                  </a:endParaRPr>
                </a:p>
              </p:txBody>
            </p:sp>
          </p:grpSp>
          <p:grpSp>
            <p:nvGrpSpPr>
              <p:cNvPr id="774" name="Nhóm 773">
                <a:extLst>
                  <a:ext uri="{FF2B5EF4-FFF2-40B4-BE49-F238E27FC236}">
                    <a16:creationId xmlns:a16="http://schemas.microsoft.com/office/drawing/2014/main" id="{B67BE5EA-260A-83A8-16AD-64012152521E}"/>
                  </a:ext>
                </a:extLst>
              </p:cNvPr>
              <p:cNvGrpSpPr/>
              <p:nvPr/>
            </p:nvGrpSpPr>
            <p:grpSpPr>
              <a:xfrm>
                <a:off x="14531725" y="10020810"/>
                <a:ext cx="417112" cy="1260475"/>
                <a:chOff x="13018859" y="8710508"/>
                <a:chExt cx="417112" cy="1260475"/>
              </a:xfrm>
            </p:grpSpPr>
            <p:grpSp>
              <p:nvGrpSpPr>
                <p:cNvPr id="775" name="Nhóm 774">
                  <a:extLst>
                    <a:ext uri="{FF2B5EF4-FFF2-40B4-BE49-F238E27FC236}">
                      <a16:creationId xmlns:a16="http://schemas.microsoft.com/office/drawing/2014/main" id="{8D84CAE7-8A67-7F2B-B41C-1BA2422C47C1}"/>
                    </a:ext>
                  </a:extLst>
                </p:cNvPr>
                <p:cNvGrpSpPr/>
                <p:nvPr/>
              </p:nvGrpSpPr>
              <p:grpSpPr>
                <a:xfrm>
                  <a:off x="13018859" y="8710508"/>
                  <a:ext cx="417112" cy="1260475"/>
                  <a:chOff x="13629375" y="8884392"/>
                  <a:chExt cx="513673" cy="1552275"/>
                </a:xfrm>
              </p:grpSpPr>
              <p:sp>
                <p:nvSpPr>
                  <p:cNvPr id="779" name="Hình chữ nhật: Góc Tròn 778">
                    <a:extLst>
                      <a:ext uri="{FF2B5EF4-FFF2-40B4-BE49-F238E27FC236}">
                        <a16:creationId xmlns:a16="http://schemas.microsoft.com/office/drawing/2014/main" id="{12C2CEA2-97A6-D5F6-21C7-D4975E668E8A}"/>
                      </a:ext>
                    </a:extLst>
                  </p:cNvPr>
                  <p:cNvSpPr/>
                  <p:nvPr/>
                </p:nvSpPr>
                <p:spPr>
                  <a:xfrm>
                    <a:off x="13629375" y="8884392"/>
                    <a:ext cx="513673" cy="1552275"/>
                  </a:xfrm>
                  <a:prstGeom prst="roundRect">
                    <a:avLst>
                      <a:gd name="adj" fmla="val 14376"/>
                    </a:avLst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780" name="Hình Bầu dục 779">
                    <a:extLst>
                      <a:ext uri="{FF2B5EF4-FFF2-40B4-BE49-F238E27FC236}">
                        <a16:creationId xmlns:a16="http://schemas.microsoft.com/office/drawing/2014/main" id="{6F5049F1-FC14-517D-537A-7D9D9AF01396}"/>
                      </a:ext>
                    </a:extLst>
                  </p:cNvPr>
                  <p:cNvSpPr/>
                  <p:nvPr/>
                </p:nvSpPr>
                <p:spPr>
                  <a:xfrm>
                    <a:off x="13729076" y="8993526"/>
                    <a:ext cx="319074" cy="301038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76" name="Hình Bầu dục 775">
                  <a:extLst>
                    <a:ext uri="{FF2B5EF4-FFF2-40B4-BE49-F238E27FC236}">
                      <a16:creationId xmlns:a16="http://schemas.microsoft.com/office/drawing/2014/main" id="{CCEA4A72-8001-6EA2-0E77-52E6EEF96D63}"/>
                    </a:ext>
                  </a:extLst>
                </p:cNvPr>
                <p:cNvSpPr/>
                <p:nvPr/>
              </p:nvSpPr>
              <p:spPr>
                <a:xfrm>
                  <a:off x="13099818" y="9086137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7" name="Hình Bầu dục 776">
                  <a:extLst>
                    <a:ext uri="{FF2B5EF4-FFF2-40B4-BE49-F238E27FC236}">
                      <a16:creationId xmlns:a16="http://schemas.microsoft.com/office/drawing/2014/main" id="{456EEF21-4294-E39F-2735-6E8544E93EE6}"/>
                    </a:ext>
                  </a:extLst>
                </p:cNvPr>
                <p:cNvSpPr/>
                <p:nvPr/>
              </p:nvSpPr>
              <p:spPr>
                <a:xfrm>
                  <a:off x="13097868" y="9372003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8" name="Hình Bầu dục 777">
                  <a:extLst>
                    <a:ext uri="{FF2B5EF4-FFF2-40B4-BE49-F238E27FC236}">
                      <a16:creationId xmlns:a16="http://schemas.microsoft.com/office/drawing/2014/main" id="{26D0FDE5-A5F3-EE34-6A11-B2F08AE307CC}"/>
                    </a:ext>
                  </a:extLst>
                </p:cNvPr>
                <p:cNvSpPr/>
                <p:nvPr/>
              </p:nvSpPr>
              <p:spPr>
                <a:xfrm>
                  <a:off x="13097868" y="9660631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81" name="Nhóm 780">
                <a:extLst>
                  <a:ext uri="{FF2B5EF4-FFF2-40B4-BE49-F238E27FC236}">
                    <a16:creationId xmlns:a16="http://schemas.microsoft.com/office/drawing/2014/main" id="{C732798A-E8E8-77EB-3BA8-5B39A85FD1EC}"/>
                  </a:ext>
                </a:extLst>
              </p:cNvPr>
              <p:cNvGrpSpPr/>
              <p:nvPr/>
            </p:nvGrpSpPr>
            <p:grpSpPr>
              <a:xfrm>
                <a:off x="14532845" y="7262767"/>
                <a:ext cx="417112" cy="1260475"/>
                <a:chOff x="13018859" y="8710508"/>
                <a:chExt cx="417112" cy="1260475"/>
              </a:xfrm>
            </p:grpSpPr>
            <p:grpSp>
              <p:nvGrpSpPr>
                <p:cNvPr id="782" name="Nhóm 781">
                  <a:extLst>
                    <a:ext uri="{FF2B5EF4-FFF2-40B4-BE49-F238E27FC236}">
                      <a16:creationId xmlns:a16="http://schemas.microsoft.com/office/drawing/2014/main" id="{C234F226-6FCB-A161-997B-9E6B107C2A76}"/>
                    </a:ext>
                  </a:extLst>
                </p:cNvPr>
                <p:cNvGrpSpPr/>
                <p:nvPr/>
              </p:nvGrpSpPr>
              <p:grpSpPr>
                <a:xfrm>
                  <a:off x="13018859" y="8710508"/>
                  <a:ext cx="417112" cy="1260475"/>
                  <a:chOff x="13629375" y="8884392"/>
                  <a:chExt cx="513673" cy="1552275"/>
                </a:xfrm>
              </p:grpSpPr>
              <p:sp>
                <p:nvSpPr>
                  <p:cNvPr id="786" name="Hình chữ nhật: Góc Tròn 785">
                    <a:extLst>
                      <a:ext uri="{FF2B5EF4-FFF2-40B4-BE49-F238E27FC236}">
                        <a16:creationId xmlns:a16="http://schemas.microsoft.com/office/drawing/2014/main" id="{5926041A-EB28-7E27-85FB-B555FCA3C3A2}"/>
                      </a:ext>
                    </a:extLst>
                  </p:cNvPr>
                  <p:cNvSpPr/>
                  <p:nvPr/>
                </p:nvSpPr>
                <p:spPr>
                  <a:xfrm>
                    <a:off x="13629375" y="8884392"/>
                    <a:ext cx="513673" cy="1552275"/>
                  </a:xfrm>
                  <a:prstGeom prst="roundRect">
                    <a:avLst>
                      <a:gd name="adj" fmla="val 14681"/>
                    </a:avLst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7" name="Hình Bầu dục 786">
                    <a:extLst>
                      <a:ext uri="{FF2B5EF4-FFF2-40B4-BE49-F238E27FC236}">
                        <a16:creationId xmlns:a16="http://schemas.microsoft.com/office/drawing/2014/main" id="{893CF02B-24CE-3409-8CE5-BE222037D161}"/>
                      </a:ext>
                    </a:extLst>
                  </p:cNvPr>
                  <p:cNvSpPr/>
                  <p:nvPr/>
                </p:nvSpPr>
                <p:spPr>
                  <a:xfrm>
                    <a:off x="13729076" y="8993526"/>
                    <a:ext cx="319074" cy="301038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83" name="Hình Bầu dục 782">
                  <a:extLst>
                    <a:ext uri="{FF2B5EF4-FFF2-40B4-BE49-F238E27FC236}">
                      <a16:creationId xmlns:a16="http://schemas.microsoft.com/office/drawing/2014/main" id="{1D98E7D6-1842-8E27-FD86-91D257C4D53B}"/>
                    </a:ext>
                  </a:extLst>
                </p:cNvPr>
                <p:cNvSpPr/>
                <p:nvPr/>
              </p:nvSpPr>
              <p:spPr>
                <a:xfrm>
                  <a:off x="13099818" y="9086137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4" name="Hình Bầu dục 783">
                  <a:extLst>
                    <a:ext uri="{FF2B5EF4-FFF2-40B4-BE49-F238E27FC236}">
                      <a16:creationId xmlns:a16="http://schemas.microsoft.com/office/drawing/2014/main" id="{F355700C-9FE4-9042-2F4C-0B6A7DDE8636}"/>
                    </a:ext>
                  </a:extLst>
                </p:cNvPr>
                <p:cNvSpPr/>
                <p:nvPr/>
              </p:nvSpPr>
              <p:spPr>
                <a:xfrm>
                  <a:off x="13097868" y="9372003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5" name="Hình Bầu dục 784">
                  <a:extLst>
                    <a:ext uri="{FF2B5EF4-FFF2-40B4-BE49-F238E27FC236}">
                      <a16:creationId xmlns:a16="http://schemas.microsoft.com/office/drawing/2014/main" id="{27A42A80-043C-968D-61A2-E50BA9A87CE9}"/>
                    </a:ext>
                  </a:extLst>
                </p:cNvPr>
                <p:cNvSpPr/>
                <p:nvPr/>
              </p:nvSpPr>
              <p:spPr>
                <a:xfrm>
                  <a:off x="13097868" y="9660631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789" name="Đường nối Thẳng 788">
              <a:extLst>
                <a:ext uri="{FF2B5EF4-FFF2-40B4-BE49-F238E27FC236}">
                  <a16:creationId xmlns:a16="http://schemas.microsoft.com/office/drawing/2014/main" id="{25F411E0-1554-3684-1C7D-41F9DDC430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81223" y="10676954"/>
              <a:ext cx="2727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2" name="Đường nối Thẳng 791">
              <a:extLst>
                <a:ext uri="{FF2B5EF4-FFF2-40B4-BE49-F238E27FC236}">
                  <a16:creationId xmlns:a16="http://schemas.microsoft.com/office/drawing/2014/main" id="{918F667E-5232-B1B1-8862-2226DD4498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61867" y="12171456"/>
              <a:ext cx="112183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3" name="Đường nối Thẳng 792">
              <a:extLst>
                <a:ext uri="{FF2B5EF4-FFF2-40B4-BE49-F238E27FC236}">
                  <a16:creationId xmlns:a16="http://schemas.microsoft.com/office/drawing/2014/main" id="{2D54FFC5-76DD-E210-6150-1FF64B9B68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63455" y="13585906"/>
              <a:ext cx="28416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0" name="Đường nối Thẳng 799">
              <a:extLst>
                <a:ext uri="{FF2B5EF4-FFF2-40B4-BE49-F238E27FC236}">
                  <a16:creationId xmlns:a16="http://schemas.microsoft.com/office/drawing/2014/main" id="{A2B95380-5371-DF4F-51CB-E76ACE037E1C}"/>
                </a:ext>
              </a:extLst>
            </p:cNvPr>
            <p:cNvCxnSpPr>
              <a:cxnSpLocks/>
              <a:stCxn id="820" idx="0"/>
            </p:cNvCxnSpPr>
            <p:nvPr/>
          </p:nvCxnSpPr>
          <p:spPr>
            <a:xfrm flipV="1">
              <a:off x="12943967" y="10673914"/>
              <a:ext cx="0" cy="1371741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6" name="Đường nối Thẳng 805">
              <a:extLst>
                <a:ext uri="{FF2B5EF4-FFF2-40B4-BE49-F238E27FC236}">
                  <a16:creationId xmlns:a16="http://schemas.microsoft.com/office/drawing/2014/main" id="{F406F5F5-7119-6932-AF6F-25306B8E4EC7}"/>
                </a:ext>
              </a:extLst>
            </p:cNvPr>
            <p:cNvCxnSpPr>
              <a:cxnSpLocks/>
              <a:stCxn id="820" idx="4"/>
            </p:cNvCxnSpPr>
            <p:nvPr/>
          </p:nvCxnSpPr>
          <p:spPr>
            <a:xfrm>
              <a:off x="12943967" y="12326498"/>
              <a:ext cx="0" cy="1268416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818" name="Google Shape;346;p22">
              <a:extLst>
                <a:ext uri="{FF2B5EF4-FFF2-40B4-BE49-F238E27FC236}">
                  <a16:creationId xmlns:a16="http://schemas.microsoft.com/office/drawing/2014/main" id="{BC0369CF-FCAC-6F76-A04E-2DB863057732}"/>
                </a:ext>
              </a:extLst>
            </p:cNvPr>
            <p:cNvGrpSpPr/>
            <p:nvPr/>
          </p:nvGrpSpPr>
          <p:grpSpPr>
            <a:xfrm>
              <a:off x="12804850" y="12045655"/>
              <a:ext cx="278234" cy="280843"/>
              <a:chOff x="2372506" y="3438683"/>
              <a:chExt cx="255900" cy="258300"/>
            </a:xfrm>
          </p:grpSpPr>
          <p:pic>
            <p:nvPicPr>
              <p:cNvPr id="819" name="Google Shape;347;p22" descr="+" title="MathEquation,#585858">
                <a:extLst>
                  <a:ext uri="{FF2B5EF4-FFF2-40B4-BE49-F238E27FC236}">
                    <a16:creationId xmlns:a16="http://schemas.microsoft.com/office/drawing/2014/main" id="{6477FC11-F767-199F-337A-99AC11A9C8A3}"/>
                  </a:ext>
                </a:extLst>
              </p:cNvPr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407953" y="3466746"/>
                <a:ext cx="185040" cy="2021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0" name="Google Shape;348;p22">
                <a:extLst>
                  <a:ext uri="{FF2B5EF4-FFF2-40B4-BE49-F238E27FC236}">
                    <a16:creationId xmlns:a16="http://schemas.microsoft.com/office/drawing/2014/main" id="{FE47A1FD-4C07-5B08-0196-4E83A8A17597}"/>
                  </a:ext>
                </a:extLst>
              </p:cNvPr>
              <p:cNvSpPr/>
              <p:nvPr/>
            </p:nvSpPr>
            <p:spPr>
              <a:xfrm>
                <a:off x="2372506" y="3438683"/>
                <a:ext cx="255900" cy="258300"/>
              </a:xfrm>
              <a:prstGeom prst="ellipse">
                <a:avLst/>
              </a:prstGeom>
              <a:gradFill>
                <a:gsLst>
                  <a:gs pos="0">
                    <a:srgbClr val="69D4F4">
                      <a:alpha val="26274"/>
                    </a:srgbClr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 dirty="0">
                  <a:solidFill>
                    <a:srgbClr val="666666"/>
                  </a:solidFill>
                </a:endParaRPr>
              </a:p>
            </p:txBody>
          </p:sp>
        </p:grpSp>
        <p:cxnSp>
          <p:nvCxnSpPr>
            <p:cNvPr id="840" name="Đường nối Thẳng 839">
              <a:extLst>
                <a:ext uri="{FF2B5EF4-FFF2-40B4-BE49-F238E27FC236}">
                  <a16:creationId xmlns:a16="http://schemas.microsoft.com/office/drawing/2014/main" id="{78AEB245-24E1-2C84-665E-F76C661F94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64933" y="14988632"/>
              <a:ext cx="2727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1" name="Đường nối Thẳng 840">
              <a:extLst>
                <a:ext uri="{FF2B5EF4-FFF2-40B4-BE49-F238E27FC236}">
                  <a16:creationId xmlns:a16="http://schemas.microsoft.com/office/drawing/2014/main" id="{7F88D80E-516A-EAB8-F1C8-1BA99196C8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7165" y="17897584"/>
              <a:ext cx="28416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2" name="Đường nối Thẳng 841">
              <a:extLst>
                <a:ext uri="{FF2B5EF4-FFF2-40B4-BE49-F238E27FC236}">
                  <a16:creationId xmlns:a16="http://schemas.microsoft.com/office/drawing/2014/main" id="{4752F1E8-25EA-716F-DBE0-D1E50A5479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27677" y="14985592"/>
              <a:ext cx="0" cy="1249017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3" name="Đường nối Thẳng 842">
              <a:extLst>
                <a:ext uri="{FF2B5EF4-FFF2-40B4-BE49-F238E27FC236}">
                  <a16:creationId xmlns:a16="http://schemas.microsoft.com/office/drawing/2014/main" id="{9BC5BC9D-BE93-1772-79F1-7F98BC94AF5E}"/>
                </a:ext>
              </a:extLst>
            </p:cNvPr>
            <p:cNvCxnSpPr>
              <a:cxnSpLocks/>
              <a:stCxn id="846" idx="4"/>
            </p:cNvCxnSpPr>
            <p:nvPr/>
          </p:nvCxnSpPr>
          <p:spPr>
            <a:xfrm>
              <a:off x="12927677" y="16510909"/>
              <a:ext cx="0" cy="138994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844" name="Google Shape;346;p22">
              <a:extLst>
                <a:ext uri="{FF2B5EF4-FFF2-40B4-BE49-F238E27FC236}">
                  <a16:creationId xmlns:a16="http://schemas.microsoft.com/office/drawing/2014/main" id="{5918432E-F90F-FFA0-E525-57672ED99BEE}"/>
                </a:ext>
              </a:extLst>
            </p:cNvPr>
            <p:cNvGrpSpPr/>
            <p:nvPr/>
          </p:nvGrpSpPr>
          <p:grpSpPr>
            <a:xfrm>
              <a:off x="12788560" y="16230066"/>
              <a:ext cx="278234" cy="280843"/>
              <a:chOff x="2372506" y="3438683"/>
              <a:chExt cx="255900" cy="258300"/>
            </a:xfrm>
          </p:grpSpPr>
          <p:pic>
            <p:nvPicPr>
              <p:cNvPr id="845" name="Google Shape;347;p22" descr="+" title="MathEquation,#585858">
                <a:extLst>
                  <a:ext uri="{FF2B5EF4-FFF2-40B4-BE49-F238E27FC236}">
                    <a16:creationId xmlns:a16="http://schemas.microsoft.com/office/drawing/2014/main" id="{28A167C5-3BE7-5E4E-F6C9-C3EE02B1654D}"/>
                  </a:ext>
                </a:extLst>
              </p:cNvPr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407953" y="3466746"/>
                <a:ext cx="185040" cy="2021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6" name="Google Shape;348;p22">
                <a:extLst>
                  <a:ext uri="{FF2B5EF4-FFF2-40B4-BE49-F238E27FC236}">
                    <a16:creationId xmlns:a16="http://schemas.microsoft.com/office/drawing/2014/main" id="{36D5D286-D80A-C248-DA98-254EA6E6E929}"/>
                  </a:ext>
                </a:extLst>
              </p:cNvPr>
              <p:cNvSpPr/>
              <p:nvPr/>
            </p:nvSpPr>
            <p:spPr>
              <a:xfrm>
                <a:off x="2372506" y="3438683"/>
                <a:ext cx="255900" cy="258300"/>
              </a:xfrm>
              <a:prstGeom prst="ellipse">
                <a:avLst/>
              </a:prstGeom>
              <a:gradFill>
                <a:gsLst>
                  <a:gs pos="0">
                    <a:srgbClr val="69D4F4">
                      <a:alpha val="26274"/>
                    </a:srgbClr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666666"/>
                  </a:solidFill>
                </a:endParaRPr>
              </a:p>
            </p:txBody>
          </p:sp>
        </p:grpSp>
        <p:cxnSp>
          <p:nvCxnSpPr>
            <p:cNvPr id="847" name="Đường nối Thẳng 846">
              <a:extLst>
                <a:ext uri="{FF2B5EF4-FFF2-40B4-BE49-F238E27FC236}">
                  <a16:creationId xmlns:a16="http://schemas.microsoft.com/office/drawing/2014/main" id="{DE6F2967-F610-8708-2B3A-20AB0EDDC2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61868" y="16370488"/>
              <a:ext cx="112183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0" name="Đường nối Thẳng 849">
              <a:extLst>
                <a:ext uri="{FF2B5EF4-FFF2-40B4-BE49-F238E27FC236}">
                  <a16:creationId xmlns:a16="http://schemas.microsoft.com/office/drawing/2014/main" id="{B3387A7A-DB33-7762-865A-054BEAACF5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77541" y="12180247"/>
              <a:ext cx="200276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2" name="Đường nối Thẳng 851">
              <a:extLst>
                <a:ext uri="{FF2B5EF4-FFF2-40B4-BE49-F238E27FC236}">
                  <a16:creationId xmlns:a16="http://schemas.microsoft.com/office/drawing/2014/main" id="{3FC27CCC-C0FC-F779-4D1C-31887E5366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65894" y="16379713"/>
              <a:ext cx="199223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881" name="Nhóm 880">
              <a:extLst>
                <a:ext uri="{FF2B5EF4-FFF2-40B4-BE49-F238E27FC236}">
                  <a16:creationId xmlns:a16="http://schemas.microsoft.com/office/drawing/2014/main" id="{6C0409D3-3FB6-D7DA-BC7D-26975AEDA360}"/>
                </a:ext>
              </a:extLst>
            </p:cNvPr>
            <p:cNvGrpSpPr/>
            <p:nvPr/>
          </p:nvGrpSpPr>
          <p:grpSpPr>
            <a:xfrm>
              <a:off x="13277329" y="14325735"/>
              <a:ext cx="578798" cy="4249497"/>
              <a:chOff x="14451419" y="7145878"/>
              <a:chExt cx="578798" cy="4249497"/>
            </a:xfrm>
          </p:grpSpPr>
          <p:sp>
            <p:nvSpPr>
              <p:cNvPr id="882" name="Google Shape;65;p15">
                <a:extLst>
                  <a:ext uri="{FF2B5EF4-FFF2-40B4-BE49-F238E27FC236}">
                    <a16:creationId xmlns:a16="http://schemas.microsoft.com/office/drawing/2014/main" id="{05FE0AA7-0ABD-4E20-CAD5-5DE9B546733A}"/>
                  </a:ext>
                </a:extLst>
              </p:cNvPr>
              <p:cNvSpPr/>
              <p:nvPr/>
            </p:nvSpPr>
            <p:spPr>
              <a:xfrm rot="5400000">
                <a:off x="12616069" y="8981228"/>
                <a:ext cx="4249497" cy="578798"/>
              </a:xfrm>
              <a:prstGeom prst="roundRect">
                <a:avLst>
                  <a:gd name="adj" fmla="val 35331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883" name="Nhóm 882">
                <a:extLst>
                  <a:ext uri="{FF2B5EF4-FFF2-40B4-BE49-F238E27FC236}">
                    <a16:creationId xmlns:a16="http://schemas.microsoft.com/office/drawing/2014/main" id="{D6636458-2643-721A-29F3-514367E7F8D1}"/>
                  </a:ext>
                </a:extLst>
              </p:cNvPr>
              <p:cNvGrpSpPr/>
              <p:nvPr/>
            </p:nvGrpSpPr>
            <p:grpSpPr>
              <a:xfrm>
                <a:off x="14529700" y="8661225"/>
                <a:ext cx="417112" cy="1260475"/>
                <a:chOff x="13018859" y="8710508"/>
                <a:chExt cx="417112" cy="1260475"/>
              </a:xfrm>
            </p:grpSpPr>
            <p:grpSp>
              <p:nvGrpSpPr>
                <p:cNvPr id="898" name="Nhóm 897">
                  <a:extLst>
                    <a:ext uri="{FF2B5EF4-FFF2-40B4-BE49-F238E27FC236}">
                      <a16:creationId xmlns:a16="http://schemas.microsoft.com/office/drawing/2014/main" id="{BE56DADA-D036-205D-CDE1-5B2FF2BEEB50}"/>
                    </a:ext>
                  </a:extLst>
                </p:cNvPr>
                <p:cNvGrpSpPr/>
                <p:nvPr/>
              </p:nvGrpSpPr>
              <p:grpSpPr>
                <a:xfrm>
                  <a:off x="13018859" y="8710508"/>
                  <a:ext cx="417112" cy="1260475"/>
                  <a:chOff x="13629375" y="8884392"/>
                  <a:chExt cx="513673" cy="1552275"/>
                </a:xfrm>
              </p:grpSpPr>
              <p:sp>
                <p:nvSpPr>
                  <p:cNvPr id="902" name="Hình chữ nhật: Góc Tròn 901">
                    <a:extLst>
                      <a:ext uri="{FF2B5EF4-FFF2-40B4-BE49-F238E27FC236}">
                        <a16:creationId xmlns:a16="http://schemas.microsoft.com/office/drawing/2014/main" id="{2E99B79D-2D8C-D10C-A404-B422D9D48847}"/>
                      </a:ext>
                    </a:extLst>
                  </p:cNvPr>
                  <p:cNvSpPr/>
                  <p:nvPr/>
                </p:nvSpPr>
                <p:spPr>
                  <a:xfrm>
                    <a:off x="13629375" y="8884392"/>
                    <a:ext cx="513673" cy="1552275"/>
                  </a:xfrm>
                  <a:prstGeom prst="roundRect">
                    <a:avLst>
                      <a:gd name="adj" fmla="val 14681"/>
                    </a:avLst>
                  </a:prstGeom>
                  <a:solidFill>
                    <a:srgbClr val="9900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rgbClr val="0033CC"/>
                      </a:solidFill>
                    </a:endParaRPr>
                  </a:p>
                </p:txBody>
              </p:sp>
              <p:sp>
                <p:nvSpPr>
                  <p:cNvPr id="903" name="Hình Bầu dục 902">
                    <a:extLst>
                      <a:ext uri="{FF2B5EF4-FFF2-40B4-BE49-F238E27FC236}">
                        <a16:creationId xmlns:a16="http://schemas.microsoft.com/office/drawing/2014/main" id="{A1EA1972-E7C1-8237-6832-D67051A14819}"/>
                      </a:ext>
                    </a:extLst>
                  </p:cNvPr>
                  <p:cNvSpPr/>
                  <p:nvPr/>
                </p:nvSpPr>
                <p:spPr>
                  <a:xfrm>
                    <a:off x="13729076" y="8993526"/>
                    <a:ext cx="319074" cy="301038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0033CC"/>
                      </a:solidFill>
                    </a:endParaRPr>
                  </a:p>
                </p:txBody>
              </p:sp>
            </p:grpSp>
            <p:sp>
              <p:nvSpPr>
                <p:cNvPr id="899" name="Hình Bầu dục 898">
                  <a:extLst>
                    <a:ext uri="{FF2B5EF4-FFF2-40B4-BE49-F238E27FC236}">
                      <a16:creationId xmlns:a16="http://schemas.microsoft.com/office/drawing/2014/main" id="{6F1F0B66-1014-EBD7-E2B6-0841A57E16FF}"/>
                    </a:ext>
                  </a:extLst>
                </p:cNvPr>
                <p:cNvSpPr/>
                <p:nvPr/>
              </p:nvSpPr>
              <p:spPr>
                <a:xfrm>
                  <a:off x="13099818" y="9086137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900" name="Hình Bầu dục 899">
                  <a:extLst>
                    <a:ext uri="{FF2B5EF4-FFF2-40B4-BE49-F238E27FC236}">
                      <a16:creationId xmlns:a16="http://schemas.microsoft.com/office/drawing/2014/main" id="{8FA6C1E0-EC35-344F-D45C-71DF86B572D5}"/>
                    </a:ext>
                  </a:extLst>
                </p:cNvPr>
                <p:cNvSpPr/>
                <p:nvPr/>
              </p:nvSpPr>
              <p:spPr>
                <a:xfrm>
                  <a:off x="13097868" y="9372003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901" name="Hình Bầu dục 900">
                  <a:extLst>
                    <a:ext uri="{FF2B5EF4-FFF2-40B4-BE49-F238E27FC236}">
                      <a16:creationId xmlns:a16="http://schemas.microsoft.com/office/drawing/2014/main" id="{22C6735A-7788-388C-FCA7-9FAACF461428}"/>
                    </a:ext>
                  </a:extLst>
                </p:cNvPr>
                <p:cNvSpPr/>
                <p:nvPr/>
              </p:nvSpPr>
              <p:spPr>
                <a:xfrm>
                  <a:off x="13097868" y="9660631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33CC"/>
                    </a:solidFill>
                  </a:endParaRPr>
                </a:p>
              </p:txBody>
            </p:sp>
          </p:grpSp>
          <p:grpSp>
            <p:nvGrpSpPr>
              <p:cNvPr id="884" name="Nhóm 883">
                <a:extLst>
                  <a:ext uri="{FF2B5EF4-FFF2-40B4-BE49-F238E27FC236}">
                    <a16:creationId xmlns:a16="http://schemas.microsoft.com/office/drawing/2014/main" id="{A2B7C7CD-60A7-7EE0-90FE-D6EAFF557998}"/>
                  </a:ext>
                </a:extLst>
              </p:cNvPr>
              <p:cNvGrpSpPr/>
              <p:nvPr/>
            </p:nvGrpSpPr>
            <p:grpSpPr>
              <a:xfrm>
                <a:off x="14531725" y="10020810"/>
                <a:ext cx="417112" cy="1260475"/>
                <a:chOff x="13018859" y="8710508"/>
                <a:chExt cx="417112" cy="1260475"/>
              </a:xfrm>
            </p:grpSpPr>
            <p:grpSp>
              <p:nvGrpSpPr>
                <p:cNvPr id="892" name="Nhóm 891">
                  <a:extLst>
                    <a:ext uri="{FF2B5EF4-FFF2-40B4-BE49-F238E27FC236}">
                      <a16:creationId xmlns:a16="http://schemas.microsoft.com/office/drawing/2014/main" id="{38F0D045-1213-2899-17AA-5AEBDACFBC3B}"/>
                    </a:ext>
                  </a:extLst>
                </p:cNvPr>
                <p:cNvGrpSpPr/>
                <p:nvPr/>
              </p:nvGrpSpPr>
              <p:grpSpPr>
                <a:xfrm>
                  <a:off x="13018859" y="8710508"/>
                  <a:ext cx="417112" cy="1260475"/>
                  <a:chOff x="13629375" y="8884392"/>
                  <a:chExt cx="513673" cy="1552275"/>
                </a:xfrm>
              </p:grpSpPr>
              <p:sp>
                <p:nvSpPr>
                  <p:cNvPr id="896" name="Hình chữ nhật: Góc Tròn 895">
                    <a:extLst>
                      <a:ext uri="{FF2B5EF4-FFF2-40B4-BE49-F238E27FC236}">
                        <a16:creationId xmlns:a16="http://schemas.microsoft.com/office/drawing/2014/main" id="{869D0DC2-9719-CC55-3114-FA3F19BE8079}"/>
                      </a:ext>
                    </a:extLst>
                  </p:cNvPr>
                  <p:cNvSpPr/>
                  <p:nvPr/>
                </p:nvSpPr>
                <p:spPr>
                  <a:xfrm>
                    <a:off x="13629375" y="8884392"/>
                    <a:ext cx="513673" cy="1552275"/>
                  </a:xfrm>
                  <a:prstGeom prst="roundRect">
                    <a:avLst>
                      <a:gd name="adj" fmla="val 14376"/>
                    </a:avLst>
                  </a:prstGeom>
                  <a:solidFill>
                    <a:srgbClr val="F2AA8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97" name="Hình Bầu dục 896">
                    <a:extLst>
                      <a:ext uri="{FF2B5EF4-FFF2-40B4-BE49-F238E27FC236}">
                        <a16:creationId xmlns:a16="http://schemas.microsoft.com/office/drawing/2014/main" id="{0E178592-7CCD-5F50-5F78-70F7F6B25BD0}"/>
                      </a:ext>
                    </a:extLst>
                  </p:cNvPr>
                  <p:cNvSpPr/>
                  <p:nvPr/>
                </p:nvSpPr>
                <p:spPr>
                  <a:xfrm>
                    <a:off x="13729076" y="8993526"/>
                    <a:ext cx="319074" cy="301038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93" name="Hình Bầu dục 892">
                  <a:extLst>
                    <a:ext uri="{FF2B5EF4-FFF2-40B4-BE49-F238E27FC236}">
                      <a16:creationId xmlns:a16="http://schemas.microsoft.com/office/drawing/2014/main" id="{DF6E733B-5D55-E389-4501-2AB2E3CD5661}"/>
                    </a:ext>
                  </a:extLst>
                </p:cNvPr>
                <p:cNvSpPr/>
                <p:nvPr/>
              </p:nvSpPr>
              <p:spPr>
                <a:xfrm>
                  <a:off x="13099818" y="9086137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4" name="Hình Bầu dục 893">
                  <a:extLst>
                    <a:ext uri="{FF2B5EF4-FFF2-40B4-BE49-F238E27FC236}">
                      <a16:creationId xmlns:a16="http://schemas.microsoft.com/office/drawing/2014/main" id="{D32A5480-607B-CE61-C15D-418C9315B39D}"/>
                    </a:ext>
                  </a:extLst>
                </p:cNvPr>
                <p:cNvSpPr/>
                <p:nvPr/>
              </p:nvSpPr>
              <p:spPr>
                <a:xfrm>
                  <a:off x="13097868" y="9372003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5" name="Hình Bầu dục 894">
                  <a:extLst>
                    <a:ext uri="{FF2B5EF4-FFF2-40B4-BE49-F238E27FC236}">
                      <a16:creationId xmlns:a16="http://schemas.microsoft.com/office/drawing/2014/main" id="{8A58CBB1-4757-85CE-B7E6-5F8B49F505A8}"/>
                    </a:ext>
                  </a:extLst>
                </p:cNvPr>
                <p:cNvSpPr/>
                <p:nvPr/>
              </p:nvSpPr>
              <p:spPr>
                <a:xfrm>
                  <a:off x="13097868" y="9660631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85" name="Nhóm 884">
                <a:extLst>
                  <a:ext uri="{FF2B5EF4-FFF2-40B4-BE49-F238E27FC236}">
                    <a16:creationId xmlns:a16="http://schemas.microsoft.com/office/drawing/2014/main" id="{52783177-BA5E-2334-B39A-97E093BE40D9}"/>
                  </a:ext>
                </a:extLst>
              </p:cNvPr>
              <p:cNvGrpSpPr/>
              <p:nvPr/>
            </p:nvGrpSpPr>
            <p:grpSpPr>
              <a:xfrm>
                <a:off x="14532845" y="7262767"/>
                <a:ext cx="417112" cy="1260475"/>
                <a:chOff x="13018859" y="8710508"/>
                <a:chExt cx="417112" cy="1260475"/>
              </a:xfrm>
            </p:grpSpPr>
            <p:grpSp>
              <p:nvGrpSpPr>
                <p:cNvPr id="886" name="Nhóm 885">
                  <a:extLst>
                    <a:ext uri="{FF2B5EF4-FFF2-40B4-BE49-F238E27FC236}">
                      <a16:creationId xmlns:a16="http://schemas.microsoft.com/office/drawing/2014/main" id="{50571AB9-F89A-C732-4660-F4EBD61F11E1}"/>
                    </a:ext>
                  </a:extLst>
                </p:cNvPr>
                <p:cNvGrpSpPr/>
                <p:nvPr/>
              </p:nvGrpSpPr>
              <p:grpSpPr>
                <a:xfrm>
                  <a:off x="13018859" y="8710508"/>
                  <a:ext cx="417112" cy="1260475"/>
                  <a:chOff x="13629375" y="8884392"/>
                  <a:chExt cx="513673" cy="1552275"/>
                </a:xfrm>
              </p:grpSpPr>
              <p:sp>
                <p:nvSpPr>
                  <p:cNvPr id="890" name="Hình chữ nhật: Góc Tròn 889">
                    <a:extLst>
                      <a:ext uri="{FF2B5EF4-FFF2-40B4-BE49-F238E27FC236}">
                        <a16:creationId xmlns:a16="http://schemas.microsoft.com/office/drawing/2014/main" id="{986107B8-0DF2-AC5F-36A2-552EEB7C5C4F}"/>
                      </a:ext>
                    </a:extLst>
                  </p:cNvPr>
                  <p:cNvSpPr/>
                  <p:nvPr/>
                </p:nvSpPr>
                <p:spPr>
                  <a:xfrm>
                    <a:off x="13629375" y="8884392"/>
                    <a:ext cx="513673" cy="1552275"/>
                  </a:xfrm>
                  <a:prstGeom prst="roundRect">
                    <a:avLst>
                      <a:gd name="adj" fmla="val 14681"/>
                    </a:avLst>
                  </a:prstGeom>
                  <a:solidFill>
                    <a:srgbClr val="FF740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91" name="Hình Bầu dục 890">
                    <a:extLst>
                      <a:ext uri="{FF2B5EF4-FFF2-40B4-BE49-F238E27FC236}">
                        <a16:creationId xmlns:a16="http://schemas.microsoft.com/office/drawing/2014/main" id="{BA6C25DA-E04F-2579-6D86-A999466DDF2B}"/>
                      </a:ext>
                    </a:extLst>
                  </p:cNvPr>
                  <p:cNvSpPr/>
                  <p:nvPr/>
                </p:nvSpPr>
                <p:spPr>
                  <a:xfrm>
                    <a:off x="13729076" y="8993526"/>
                    <a:ext cx="319074" cy="301038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87" name="Hình Bầu dục 886">
                  <a:extLst>
                    <a:ext uri="{FF2B5EF4-FFF2-40B4-BE49-F238E27FC236}">
                      <a16:creationId xmlns:a16="http://schemas.microsoft.com/office/drawing/2014/main" id="{6CBCF3B5-3371-F9D7-C6B0-D550C8CFDBC0}"/>
                    </a:ext>
                  </a:extLst>
                </p:cNvPr>
                <p:cNvSpPr/>
                <p:nvPr/>
              </p:nvSpPr>
              <p:spPr>
                <a:xfrm>
                  <a:off x="13099818" y="9086137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8" name="Hình Bầu dục 887">
                  <a:extLst>
                    <a:ext uri="{FF2B5EF4-FFF2-40B4-BE49-F238E27FC236}">
                      <a16:creationId xmlns:a16="http://schemas.microsoft.com/office/drawing/2014/main" id="{9D0F3A08-6D22-6270-598C-FCD1748C8B97}"/>
                    </a:ext>
                  </a:extLst>
                </p:cNvPr>
                <p:cNvSpPr/>
                <p:nvPr/>
              </p:nvSpPr>
              <p:spPr>
                <a:xfrm>
                  <a:off x="13097868" y="9372003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9" name="Hình Bầu dục 888">
                  <a:extLst>
                    <a:ext uri="{FF2B5EF4-FFF2-40B4-BE49-F238E27FC236}">
                      <a16:creationId xmlns:a16="http://schemas.microsoft.com/office/drawing/2014/main" id="{3A2D2692-18D3-6234-B366-1F26D8C9405F}"/>
                    </a:ext>
                  </a:extLst>
                </p:cNvPr>
                <p:cNvSpPr/>
                <p:nvPr/>
              </p:nvSpPr>
              <p:spPr>
                <a:xfrm>
                  <a:off x="13097868" y="9660631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920" name="Đường nối Thẳng 919">
              <a:extLst>
                <a:ext uri="{FF2B5EF4-FFF2-40B4-BE49-F238E27FC236}">
                  <a16:creationId xmlns:a16="http://schemas.microsoft.com/office/drawing/2014/main" id="{7A9FDCAF-8553-29AB-B2E0-E585BCF47E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864264" y="16395888"/>
              <a:ext cx="359765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1" name="Đường nối Thẳng 930">
              <a:extLst>
                <a:ext uri="{FF2B5EF4-FFF2-40B4-BE49-F238E27FC236}">
                  <a16:creationId xmlns:a16="http://schemas.microsoft.com/office/drawing/2014/main" id="{B3467DA2-AB26-A66E-8E2F-453731BBFB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855906" y="12148547"/>
              <a:ext cx="359765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010" name="Nhóm 1009">
              <a:extLst>
                <a:ext uri="{FF2B5EF4-FFF2-40B4-BE49-F238E27FC236}">
                  <a16:creationId xmlns:a16="http://schemas.microsoft.com/office/drawing/2014/main" id="{D2B022A9-8EA2-EF92-DC51-37D59CA4BA47}"/>
                </a:ext>
              </a:extLst>
            </p:cNvPr>
            <p:cNvGrpSpPr/>
            <p:nvPr/>
          </p:nvGrpSpPr>
          <p:grpSpPr>
            <a:xfrm>
              <a:off x="17342817" y="11569647"/>
              <a:ext cx="417112" cy="1260475"/>
              <a:chOff x="13018859" y="8710508"/>
              <a:chExt cx="417112" cy="1260475"/>
            </a:xfrm>
          </p:grpSpPr>
          <p:grpSp>
            <p:nvGrpSpPr>
              <p:cNvPr id="1018" name="Nhóm 1017">
                <a:extLst>
                  <a:ext uri="{FF2B5EF4-FFF2-40B4-BE49-F238E27FC236}">
                    <a16:creationId xmlns:a16="http://schemas.microsoft.com/office/drawing/2014/main" id="{9DEB9614-BC9F-EE11-256A-03623CC59127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022" name="Hình chữ nhật: Góc Tròn 1021">
                  <a:extLst>
                    <a:ext uri="{FF2B5EF4-FFF2-40B4-BE49-F238E27FC236}">
                      <a16:creationId xmlns:a16="http://schemas.microsoft.com/office/drawing/2014/main" id="{E6ECBC2F-834F-37FD-CCF2-A29000EFF223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376"/>
                  </a:avLst>
                </a:prstGeom>
                <a:gradFill>
                  <a:gsLst>
                    <a:gs pos="51100">
                      <a:srgbClr val="0033CC"/>
                    </a:gs>
                    <a:gs pos="0">
                      <a:srgbClr val="46B1E1"/>
                    </a:gs>
                    <a:gs pos="100000">
                      <a:srgbClr val="47D45A"/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23" name="Hình Bầu dục 1022">
                  <a:extLst>
                    <a:ext uri="{FF2B5EF4-FFF2-40B4-BE49-F238E27FC236}">
                      <a16:creationId xmlns:a16="http://schemas.microsoft.com/office/drawing/2014/main" id="{4FA99805-471F-A932-0EBA-EE07947326F7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19" name="Hình Bầu dục 1018">
                <a:extLst>
                  <a:ext uri="{FF2B5EF4-FFF2-40B4-BE49-F238E27FC236}">
                    <a16:creationId xmlns:a16="http://schemas.microsoft.com/office/drawing/2014/main" id="{DAC21A2E-8B64-3FCB-4F30-2FBCAE5E524D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0" name="Hình Bầu dục 1019">
                <a:extLst>
                  <a:ext uri="{FF2B5EF4-FFF2-40B4-BE49-F238E27FC236}">
                    <a16:creationId xmlns:a16="http://schemas.microsoft.com/office/drawing/2014/main" id="{9D877BCC-752C-2987-0F40-C5C655BEAFFD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1" name="Hình Bầu dục 1020">
                <a:extLst>
                  <a:ext uri="{FF2B5EF4-FFF2-40B4-BE49-F238E27FC236}">
                    <a16:creationId xmlns:a16="http://schemas.microsoft.com/office/drawing/2014/main" id="{D62A5920-60CE-638F-0ECE-C3B6E985F1DF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1" name="Nhóm 1030">
              <a:extLst>
                <a:ext uri="{FF2B5EF4-FFF2-40B4-BE49-F238E27FC236}">
                  <a16:creationId xmlns:a16="http://schemas.microsoft.com/office/drawing/2014/main" id="{FB19CDF8-6FB2-E357-AFC3-774228BF5FD9}"/>
                </a:ext>
              </a:extLst>
            </p:cNvPr>
            <p:cNvGrpSpPr/>
            <p:nvPr/>
          </p:nvGrpSpPr>
          <p:grpSpPr>
            <a:xfrm>
              <a:off x="17362314" y="15802623"/>
              <a:ext cx="417112" cy="1289162"/>
              <a:chOff x="13018859" y="8710508"/>
              <a:chExt cx="417112" cy="1260475"/>
            </a:xfrm>
          </p:grpSpPr>
          <p:grpSp>
            <p:nvGrpSpPr>
              <p:cNvPr id="1032" name="Nhóm 1031">
                <a:extLst>
                  <a:ext uri="{FF2B5EF4-FFF2-40B4-BE49-F238E27FC236}">
                    <a16:creationId xmlns:a16="http://schemas.microsoft.com/office/drawing/2014/main" id="{AFD3B2A8-194A-7CEE-1D3B-A5D9930CC153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036" name="Hình chữ nhật: Góc Tròn 1035">
                  <a:extLst>
                    <a:ext uri="{FF2B5EF4-FFF2-40B4-BE49-F238E27FC236}">
                      <a16:creationId xmlns:a16="http://schemas.microsoft.com/office/drawing/2014/main" id="{AFD738D6-16BC-F480-BADC-E673FF1D6B58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376"/>
                  </a:avLst>
                </a:prstGeom>
                <a:gradFill>
                  <a:gsLst>
                    <a:gs pos="0">
                      <a:srgbClr val="FF7401"/>
                    </a:gs>
                    <a:gs pos="52000">
                      <a:srgbClr val="9900FF"/>
                    </a:gs>
                    <a:gs pos="100000">
                      <a:srgbClr val="F2AA84"/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37" name="Hình Bầu dục 1036">
                  <a:extLst>
                    <a:ext uri="{FF2B5EF4-FFF2-40B4-BE49-F238E27FC236}">
                      <a16:creationId xmlns:a16="http://schemas.microsoft.com/office/drawing/2014/main" id="{3C974F62-E848-DC0E-3DE0-01104150B8FF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33" name="Hình Bầu dục 1032">
                <a:extLst>
                  <a:ext uri="{FF2B5EF4-FFF2-40B4-BE49-F238E27FC236}">
                    <a16:creationId xmlns:a16="http://schemas.microsoft.com/office/drawing/2014/main" id="{B3D6FE3E-C65D-8001-2213-26DE2AEC4EB5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4" name="Hình Bầu dục 1033">
                <a:extLst>
                  <a:ext uri="{FF2B5EF4-FFF2-40B4-BE49-F238E27FC236}">
                    <a16:creationId xmlns:a16="http://schemas.microsoft.com/office/drawing/2014/main" id="{59453F69-2A04-E9BA-DF3D-C2D6B5230DD2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5" name="Hình Bầu dục 1034">
                <a:extLst>
                  <a:ext uri="{FF2B5EF4-FFF2-40B4-BE49-F238E27FC236}">
                    <a16:creationId xmlns:a16="http://schemas.microsoft.com/office/drawing/2014/main" id="{D2DD3934-FA2A-229C-DE59-AAEE73437016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38" name="Hình chữ nhật: Góc Tròn 1037">
              <a:extLst>
                <a:ext uri="{FF2B5EF4-FFF2-40B4-BE49-F238E27FC236}">
                  <a16:creationId xmlns:a16="http://schemas.microsoft.com/office/drawing/2014/main" id="{A2C6D2C5-D9F9-F7DF-DC6E-41A0C15D023D}"/>
                </a:ext>
              </a:extLst>
            </p:cNvPr>
            <p:cNvSpPr/>
            <p:nvPr/>
          </p:nvSpPr>
          <p:spPr>
            <a:xfrm>
              <a:off x="20348321" y="14997891"/>
              <a:ext cx="2804179" cy="1949511"/>
            </a:xfrm>
            <a:prstGeom prst="roundRect">
              <a:avLst>
                <a:gd name="adj" fmla="val 14234"/>
              </a:avLst>
            </a:prstGeom>
            <a:solidFill>
              <a:srgbClr val="FBF6D9"/>
            </a:solidFill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Google Shape;66;p15">
              <a:extLst>
                <a:ext uri="{FF2B5EF4-FFF2-40B4-BE49-F238E27FC236}">
                  <a16:creationId xmlns:a16="http://schemas.microsoft.com/office/drawing/2014/main" id="{5386E646-FB0B-0933-6983-4A5E3CF6E507}"/>
                </a:ext>
              </a:extLst>
            </p:cNvPr>
            <p:cNvSpPr/>
            <p:nvPr/>
          </p:nvSpPr>
          <p:spPr>
            <a:xfrm rot="5400000">
              <a:off x="18594463" y="13903813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1040" name="Google Shape;68;p15">
              <a:extLst>
                <a:ext uri="{FF2B5EF4-FFF2-40B4-BE49-F238E27FC236}">
                  <a16:creationId xmlns:a16="http://schemas.microsoft.com/office/drawing/2014/main" id="{42E7E353-75E9-BAAB-C6A4-D49DA4301029}"/>
                </a:ext>
              </a:extLst>
            </p:cNvPr>
            <p:cNvSpPr/>
            <p:nvPr/>
          </p:nvSpPr>
          <p:spPr>
            <a:xfrm rot="5400000">
              <a:off x="19063819" y="13903814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1041" name="Google Shape;69;p15">
              <a:extLst>
                <a:ext uri="{FF2B5EF4-FFF2-40B4-BE49-F238E27FC236}">
                  <a16:creationId xmlns:a16="http://schemas.microsoft.com/office/drawing/2014/main" id="{18F814CA-AA6F-063C-BDF5-13C82A41642F}"/>
                </a:ext>
              </a:extLst>
            </p:cNvPr>
            <p:cNvSpPr/>
            <p:nvPr/>
          </p:nvSpPr>
          <p:spPr>
            <a:xfrm rot="5400000">
              <a:off x="19533171" y="13902183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sp>
          <p:nvSpPr>
            <p:cNvPr id="1042" name="Google Shape;66;p15">
              <a:extLst>
                <a:ext uri="{FF2B5EF4-FFF2-40B4-BE49-F238E27FC236}">
                  <a16:creationId xmlns:a16="http://schemas.microsoft.com/office/drawing/2014/main" id="{65268FD1-07F1-90BA-482E-311BAE370757}"/>
                </a:ext>
              </a:extLst>
            </p:cNvPr>
            <p:cNvSpPr/>
            <p:nvPr/>
          </p:nvSpPr>
          <p:spPr>
            <a:xfrm rot="5400000">
              <a:off x="20099595" y="13920619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1043" name="Google Shape;68;p15">
              <a:extLst>
                <a:ext uri="{FF2B5EF4-FFF2-40B4-BE49-F238E27FC236}">
                  <a16:creationId xmlns:a16="http://schemas.microsoft.com/office/drawing/2014/main" id="{F70971AC-3D74-31B6-386C-82786297632C}"/>
                </a:ext>
              </a:extLst>
            </p:cNvPr>
            <p:cNvSpPr/>
            <p:nvPr/>
          </p:nvSpPr>
          <p:spPr>
            <a:xfrm rot="5400000">
              <a:off x="20568951" y="13920620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1044" name="Google Shape;69;p15">
              <a:extLst>
                <a:ext uri="{FF2B5EF4-FFF2-40B4-BE49-F238E27FC236}">
                  <a16:creationId xmlns:a16="http://schemas.microsoft.com/office/drawing/2014/main" id="{4F7CAE57-689F-DAD7-C336-5E348A5E2A9F}"/>
                </a:ext>
              </a:extLst>
            </p:cNvPr>
            <p:cNvSpPr/>
            <p:nvPr/>
          </p:nvSpPr>
          <p:spPr>
            <a:xfrm rot="5400000">
              <a:off x="21038303" y="13918989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1045" name="Đường nối Thẳng 1044">
              <a:extLst>
                <a:ext uri="{FF2B5EF4-FFF2-40B4-BE49-F238E27FC236}">
                  <a16:creationId xmlns:a16="http://schemas.microsoft.com/office/drawing/2014/main" id="{0E635E75-B3F5-C5D1-F7FE-66C66B239B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70934" y="14102679"/>
              <a:ext cx="159844" cy="1505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6" name="Đường nối Thẳng 1045">
              <a:extLst>
                <a:ext uri="{FF2B5EF4-FFF2-40B4-BE49-F238E27FC236}">
                  <a16:creationId xmlns:a16="http://schemas.microsoft.com/office/drawing/2014/main" id="{4E006C10-0F16-9472-02A4-C1C1A58513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49938" y="14059909"/>
              <a:ext cx="465792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7" name="Đường nối Thẳng 1046">
              <a:extLst>
                <a:ext uri="{FF2B5EF4-FFF2-40B4-BE49-F238E27FC236}">
                  <a16:creationId xmlns:a16="http://schemas.microsoft.com/office/drawing/2014/main" id="{929296B5-189F-3724-BB62-0273C9574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78969" y="14773178"/>
              <a:ext cx="0" cy="49784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48" name="Google Shape;66;p15">
              <a:extLst>
                <a:ext uri="{FF2B5EF4-FFF2-40B4-BE49-F238E27FC236}">
                  <a16:creationId xmlns:a16="http://schemas.microsoft.com/office/drawing/2014/main" id="{EE082E6D-AFE9-0AED-24CD-BFD56D191260}"/>
                </a:ext>
              </a:extLst>
            </p:cNvPr>
            <p:cNvSpPr/>
            <p:nvPr/>
          </p:nvSpPr>
          <p:spPr>
            <a:xfrm>
              <a:off x="21028119" y="15278636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cxnSp>
          <p:nvCxnSpPr>
            <p:cNvPr id="1049" name="Đường nối Thẳng 1048">
              <a:extLst>
                <a:ext uri="{FF2B5EF4-FFF2-40B4-BE49-F238E27FC236}">
                  <a16:creationId xmlns:a16="http://schemas.microsoft.com/office/drawing/2014/main" id="{93CBCC5F-F542-7204-96E2-58DE685AC2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89129" y="15702242"/>
              <a:ext cx="0" cy="360493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050" name="Nhóm 1049">
              <a:extLst>
                <a:ext uri="{FF2B5EF4-FFF2-40B4-BE49-F238E27FC236}">
                  <a16:creationId xmlns:a16="http://schemas.microsoft.com/office/drawing/2014/main" id="{B76C6BAB-3CF1-878E-C3C3-6E9C575C720B}"/>
                </a:ext>
              </a:extLst>
            </p:cNvPr>
            <p:cNvGrpSpPr/>
            <p:nvPr/>
          </p:nvGrpSpPr>
          <p:grpSpPr>
            <a:xfrm>
              <a:off x="21220130" y="16087601"/>
              <a:ext cx="917908" cy="724277"/>
              <a:chOff x="14588391" y="16078200"/>
              <a:chExt cx="1715688" cy="1353766"/>
            </a:xfrm>
          </p:grpSpPr>
          <p:sp>
            <p:nvSpPr>
              <p:cNvPr id="1051" name="Hình chữ nhật 1050">
                <a:extLst>
                  <a:ext uri="{FF2B5EF4-FFF2-40B4-BE49-F238E27FC236}">
                    <a16:creationId xmlns:a16="http://schemas.microsoft.com/office/drawing/2014/main" id="{C7E3FC2C-57BB-0D08-93FE-0BD6973FAF32}"/>
                  </a:ext>
                </a:extLst>
              </p:cNvPr>
              <p:cNvSpPr/>
              <p:nvPr/>
            </p:nvSpPr>
            <p:spPr>
              <a:xfrm>
                <a:off x="14588391" y="16078200"/>
                <a:ext cx="417113" cy="135376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2" name="Hình chữ nhật 1051">
                <a:extLst>
                  <a:ext uri="{FF2B5EF4-FFF2-40B4-BE49-F238E27FC236}">
                    <a16:creationId xmlns:a16="http://schemas.microsoft.com/office/drawing/2014/main" id="{A91251B3-1A8C-9792-01E9-556358E8E652}"/>
                  </a:ext>
                </a:extLst>
              </p:cNvPr>
              <p:cNvSpPr/>
              <p:nvPr/>
            </p:nvSpPr>
            <p:spPr>
              <a:xfrm>
                <a:off x="15023366" y="16078200"/>
                <a:ext cx="417113" cy="135376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3" name="Hình chữ nhật 1052">
                <a:extLst>
                  <a:ext uri="{FF2B5EF4-FFF2-40B4-BE49-F238E27FC236}">
                    <a16:creationId xmlns:a16="http://schemas.microsoft.com/office/drawing/2014/main" id="{9D878320-2405-1F99-78B7-7FC537487A0D}"/>
                  </a:ext>
                </a:extLst>
              </p:cNvPr>
              <p:cNvSpPr/>
              <p:nvPr/>
            </p:nvSpPr>
            <p:spPr>
              <a:xfrm>
                <a:off x="15458341" y="16078200"/>
                <a:ext cx="417113" cy="1353766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4" name="Hình chữ nhật 1053">
                <a:extLst>
                  <a:ext uri="{FF2B5EF4-FFF2-40B4-BE49-F238E27FC236}">
                    <a16:creationId xmlns:a16="http://schemas.microsoft.com/office/drawing/2014/main" id="{3D2E7E48-01AF-8CDE-F84D-AD6003180C94}"/>
                  </a:ext>
                </a:extLst>
              </p:cNvPr>
              <p:cNvSpPr/>
              <p:nvPr/>
            </p:nvSpPr>
            <p:spPr>
              <a:xfrm>
                <a:off x="15886966" y="16078200"/>
                <a:ext cx="417113" cy="135376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55" name="Hộp Văn bản 1054">
              <a:extLst>
                <a:ext uri="{FF2B5EF4-FFF2-40B4-BE49-F238E27FC236}">
                  <a16:creationId xmlns:a16="http://schemas.microsoft.com/office/drawing/2014/main" id="{40D36B8A-6BDC-B8C2-5266-F493F3A0DFBE}"/>
                </a:ext>
              </a:extLst>
            </p:cNvPr>
            <p:cNvSpPr txBox="1"/>
            <p:nvPr/>
          </p:nvSpPr>
          <p:spPr>
            <a:xfrm>
              <a:off x="20049338" y="15681230"/>
              <a:ext cx="17950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Classify</a:t>
              </a:r>
            </a:p>
          </p:txBody>
        </p:sp>
        <p:cxnSp>
          <p:nvCxnSpPr>
            <p:cNvPr id="1064" name="Đường nối Thẳng 1063">
              <a:extLst>
                <a:ext uri="{FF2B5EF4-FFF2-40B4-BE49-F238E27FC236}">
                  <a16:creationId xmlns:a16="http://schemas.microsoft.com/office/drawing/2014/main" id="{5836C7FD-9D77-A7C2-A721-0F833FC784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48523" y="12206661"/>
              <a:ext cx="2727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5" name="Đường nối Thẳng 1064">
              <a:extLst>
                <a:ext uri="{FF2B5EF4-FFF2-40B4-BE49-F238E27FC236}">
                  <a16:creationId xmlns:a16="http://schemas.microsoft.com/office/drawing/2014/main" id="{A586C0E8-F0E1-6DC7-CCF5-EF8B261122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11267" y="12203621"/>
              <a:ext cx="0" cy="1371741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3" name="Đường nối Thẳng 1072">
              <a:extLst>
                <a:ext uri="{FF2B5EF4-FFF2-40B4-BE49-F238E27FC236}">
                  <a16:creationId xmlns:a16="http://schemas.microsoft.com/office/drawing/2014/main" id="{A9348E7E-8B4F-588C-6B0C-BEE4B30EAC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65265" y="16452341"/>
              <a:ext cx="28416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4" name="Đường nối Thẳng 1073">
              <a:extLst>
                <a:ext uri="{FF2B5EF4-FFF2-40B4-BE49-F238E27FC236}">
                  <a16:creationId xmlns:a16="http://schemas.microsoft.com/office/drawing/2014/main" id="{E0047C48-CEE2-5C3C-327B-EC180408D72D}"/>
                </a:ext>
              </a:extLst>
            </p:cNvPr>
            <p:cNvCxnSpPr>
              <a:cxnSpLocks/>
            </p:cNvCxnSpPr>
            <p:nvPr/>
          </p:nvCxnSpPr>
          <p:spPr>
            <a:xfrm>
              <a:off x="18045777" y="14806257"/>
              <a:ext cx="0" cy="1649349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78" name="Google Shape;71;p15">
              <a:extLst>
                <a:ext uri="{FF2B5EF4-FFF2-40B4-BE49-F238E27FC236}">
                  <a16:creationId xmlns:a16="http://schemas.microsoft.com/office/drawing/2014/main" id="{B07636FC-AC48-5ACD-149D-0156BEF171BC}"/>
                </a:ext>
              </a:extLst>
            </p:cNvPr>
            <p:cNvSpPr/>
            <p:nvPr/>
          </p:nvSpPr>
          <p:spPr>
            <a:xfrm>
              <a:off x="17274084" y="13572390"/>
              <a:ext cx="1264805" cy="12338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0980"/>
                  </a:srgbClr>
                </a:gs>
                <a:gs pos="100000">
                  <a:srgbClr val="B6D7A8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Fusion Block</a:t>
              </a:r>
              <a:endParaRPr dirty="0"/>
            </a:p>
          </p:txBody>
        </p:sp>
        <p:sp>
          <p:nvSpPr>
            <p:cNvPr id="1082" name="Hộp Văn bản 1081">
              <a:extLst>
                <a:ext uri="{FF2B5EF4-FFF2-40B4-BE49-F238E27FC236}">
                  <a16:creationId xmlns:a16="http://schemas.microsoft.com/office/drawing/2014/main" id="{954AB0AB-E3C1-7ED6-FCE2-4256F29D5B78}"/>
                </a:ext>
              </a:extLst>
            </p:cNvPr>
            <p:cNvSpPr txBox="1"/>
            <p:nvPr/>
          </p:nvSpPr>
          <p:spPr>
            <a:xfrm>
              <a:off x="8355825" y="18712471"/>
              <a:ext cx="61664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Proposed Pipeline</a:t>
              </a:r>
            </a:p>
          </p:txBody>
        </p:sp>
        <p:cxnSp>
          <p:nvCxnSpPr>
            <p:cNvPr id="3" name="Đường nối Thẳng 2">
              <a:extLst>
                <a:ext uri="{FF2B5EF4-FFF2-40B4-BE49-F238E27FC236}">
                  <a16:creationId xmlns:a16="http://schemas.microsoft.com/office/drawing/2014/main" id="{25D29394-FAAA-AC27-35B2-948611D24A33}"/>
                </a:ext>
              </a:extLst>
            </p:cNvPr>
            <p:cNvCxnSpPr>
              <a:cxnSpLocks/>
            </p:cNvCxnSpPr>
            <p:nvPr/>
          </p:nvCxnSpPr>
          <p:spPr>
            <a:xfrm>
              <a:off x="7777830" y="15249105"/>
              <a:ext cx="5130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Đường nối Thẳng 5">
              <a:extLst>
                <a:ext uri="{FF2B5EF4-FFF2-40B4-BE49-F238E27FC236}">
                  <a16:creationId xmlns:a16="http://schemas.microsoft.com/office/drawing/2014/main" id="{F9C0E531-84F6-B7D8-DAB4-54EA6B2E2E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3008" y="15240724"/>
              <a:ext cx="0" cy="265198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Nhóm 15">
            <a:extLst>
              <a:ext uri="{FF2B5EF4-FFF2-40B4-BE49-F238E27FC236}">
                <a16:creationId xmlns:a16="http://schemas.microsoft.com/office/drawing/2014/main" id="{56798C55-787F-2B7A-F0B9-769229071D9A}"/>
              </a:ext>
            </a:extLst>
          </p:cNvPr>
          <p:cNvGrpSpPr/>
          <p:nvPr/>
        </p:nvGrpSpPr>
        <p:grpSpPr>
          <a:xfrm>
            <a:off x="9237060" y="8307364"/>
            <a:ext cx="1355819" cy="1273986"/>
            <a:chOff x="9237060" y="8307364"/>
            <a:chExt cx="1355819" cy="1273986"/>
          </a:xfrm>
        </p:grpSpPr>
        <p:sp>
          <p:nvSpPr>
            <p:cNvPr id="10" name="Google Shape;66;p15">
              <a:extLst>
                <a:ext uri="{FF2B5EF4-FFF2-40B4-BE49-F238E27FC236}">
                  <a16:creationId xmlns:a16="http://schemas.microsoft.com/office/drawing/2014/main" id="{71AE45B1-4D75-BACF-F84E-3F6279995F10}"/>
                </a:ext>
              </a:extLst>
            </p:cNvPr>
            <p:cNvSpPr/>
            <p:nvPr/>
          </p:nvSpPr>
          <p:spPr>
            <a:xfrm rot="5400000">
              <a:off x="8809437" y="8736616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11" name="Google Shape;68;p15">
              <a:extLst>
                <a:ext uri="{FF2B5EF4-FFF2-40B4-BE49-F238E27FC236}">
                  <a16:creationId xmlns:a16="http://schemas.microsoft.com/office/drawing/2014/main" id="{7BF7A513-6697-F95A-D907-A1795953472C}"/>
                </a:ext>
              </a:extLst>
            </p:cNvPr>
            <p:cNvSpPr/>
            <p:nvPr/>
          </p:nvSpPr>
          <p:spPr>
            <a:xfrm rot="5400000">
              <a:off x="9278793" y="8736617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15" name="Google Shape;69;p15">
              <a:extLst>
                <a:ext uri="{FF2B5EF4-FFF2-40B4-BE49-F238E27FC236}">
                  <a16:creationId xmlns:a16="http://schemas.microsoft.com/office/drawing/2014/main" id="{CEC1E932-BF5F-DF3B-EB78-968AEF2FD205}"/>
                </a:ext>
              </a:extLst>
            </p:cNvPr>
            <p:cNvSpPr/>
            <p:nvPr/>
          </p:nvSpPr>
          <p:spPr>
            <a:xfrm rot="5400000">
              <a:off x="9748145" y="8734986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4436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897AE-3A6F-B687-9355-60FCFCA72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̀nh chữ nhật: Góc Tròn 4">
            <a:extLst>
              <a:ext uri="{FF2B5EF4-FFF2-40B4-BE49-F238E27FC236}">
                <a16:creationId xmlns:a16="http://schemas.microsoft.com/office/drawing/2014/main" id="{4C435F18-596E-01FE-803F-195E74236A15}"/>
              </a:ext>
            </a:extLst>
          </p:cNvPr>
          <p:cNvSpPr/>
          <p:nvPr/>
        </p:nvSpPr>
        <p:spPr>
          <a:xfrm>
            <a:off x="9422105" y="8188302"/>
            <a:ext cx="5445220" cy="6483395"/>
          </a:xfrm>
          <a:prstGeom prst="roundRect">
            <a:avLst>
              <a:gd name="adj" fmla="val 14234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52F78732-F608-1A02-C803-7EC868DDE8E1}"/>
              </a:ext>
            </a:extLst>
          </p:cNvPr>
          <p:cNvSpPr/>
          <p:nvPr/>
        </p:nvSpPr>
        <p:spPr>
          <a:xfrm>
            <a:off x="6536316" y="9837248"/>
            <a:ext cx="2656745" cy="3203903"/>
          </a:xfrm>
          <a:prstGeom prst="roundRect">
            <a:avLst>
              <a:gd name="adj" fmla="val 14234"/>
            </a:avLst>
          </a:prstGeom>
          <a:solidFill>
            <a:srgbClr val="FFC493"/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0EDE527-F75D-17AD-8DDF-BDD2B448BF19}"/>
              </a:ext>
            </a:extLst>
          </p:cNvPr>
          <p:cNvSpPr txBox="1"/>
          <p:nvPr/>
        </p:nvSpPr>
        <p:spPr>
          <a:xfrm rot="16200000">
            <a:off x="6105669" y="10951505"/>
            <a:ext cx="1204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Images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C08F9E84-97F6-32D3-1319-97D6089DC1EB}"/>
              </a:ext>
            </a:extLst>
          </p:cNvPr>
          <p:cNvSpPr txBox="1"/>
          <p:nvPr/>
        </p:nvSpPr>
        <p:spPr>
          <a:xfrm rot="16200000">
            <a:off x="6118983" y="12292713"/>
            <a:ext cx="1204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Caption</a:t>
            </a:r>
          </a:p>
        </p:txBody>
      </p:sp>
      <p:pic>
        <p:nvPicPr>
          <p:cNvPr id="9" name="Hình ảnh 8" descr="Ảnh có chứa truyện tranh, Mặt người, phim hoạt hình, hình vẽ&#10;&#10;Mô tả được tạo tự động">
            <a:extLst>
              <a:ext uri="{FF2B5EF4-FFF2-40B4-BE49-F238E27FC236}">
                <a16:creationId xmlns:a16="http://schemas.microsoft.com/office/drawing/2014/main" id="{1C87F662-A783-D222-B7DE-4719FA066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419" y="10216997"/>
            <a:ext cx="2109368" cy="174108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0" name="Đường nối Thẳng 9">
            <a:extLst>
              <a:ext uri="{FF2B5EF4-FFF2-40B4-BE49-F238E27FC236}">
                <a16:creationId xmlns:a16="http://schemas.microsoft.com/office/drawing/2014/main" id="{1D322C56-4798-B89F-8844-94712A2C3642}"/>
              </a:ext>
            </a:extLst>
          </p:cNvPr>
          <p:cNvCxnSpPr>
            <a:stCxn id="9" idx="0"/>
          </p:cNvCxnSpPr>
          <p:nvPr/>
        </p:nvCxnSpPr>
        <p:spPr>
          <a:xfrm flipV="1">
            <a:off x="7922103" y="9657331"/>
            <a:ext cx="0" cy="5596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Đường nối Thẳng 10">
            <a:extLst>
              <a:ext uri="{FF2B5EF4-FFF2-40B4-BE49-F238E27FC236}">
                <a16:creationId xmlns:a16="http://schemas.microsoft.com/office/drawing/2014/main" id="{D4695990-DC8B-F9A3-B2FB-E6FF424B6718}"/>
              </a:ext>
            </a:extLst>
          </p:cNvPr>
          <p:cNvCxnSpPr>
            <a:cxnSpLocks/>
          </p:cNvCxnSpPr>
          <p:nvPr/>
        </p:nvCxnSpPr>
        <p:spPr>
          <a:xfrm flipH="1">
            <a:off x="7911949" y="9657330"/>
            <a:ext cx="1980091" cy="1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Nhóm 11">
            <a:extLst>
              <a:ext uri="{FF2B5EF4-FFF2-40B4-BE49-F238E27FC236}">
                <a16:creationId xmlns:a16="http://schemas.microsoft.com/office/drawing/2014/main" id="{0063A1BE-2E2B-8F9F-D045-62CAFE727464}"/>
              </a:ext>
            </a:extLst>
          </p:cNvPr>
          <p:cNvGrpSpPr/>
          <p:nvPr/>
        </p:nvGrpSpPr>
        <p:grpSpPr>
          <a:xfrm>
            <a:off x="9772553" y="10419946"/>
            <a:ext cx="1403825" cy="1260474"/>
            <a:chOff x="4023887" y="512764"/>
            <a:chExt cx="1439123" cy="1260474"/>
          </a:xfrm>
        </p:grpSpPr>
        <p:sp>
          <p:nvSpPr>
            <p:cNvPr id="599" name="Hình thang 598">
              <a:extLst>
                <a:ext uri="{FF2B5EF4-FFF2-40B4-BE49-F238E27FC236}">
                  <a16:creationId xmlns:a16="http://schemas.microsoft.com/office/drawing/2014/main" id="{B2D91288-2E6D-9CB7-3A8C-5C5A25B888B4}"/>
                </a:ext>
              </a:extLst>
            </p:cNvPr>
            <p:cNvSpPr/>
            <p:nvPr/>
          </p:nvSpPr>
          <p:spPr>
            <a:xfrm rot="5400000">
              <a:off x="4113212" y="542926"/>
              <a:ext cx="1260474" cy="1200149"/>
            </a:xfrm>
            <a:prstGeom prst="trapezoid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00" name="Hộp Văn bản 599">
              <a:extLst>
                <a:ext uri="{FF2B5EF4-FFF2-40B4-BE49-F238E27FC236}">
                  <a16:creationId xmlns:a16="http://schemas.microsoft.com/office/drawing/2014/main" id="{4182C869-DAF3-ECA7-3312-A9C42F64BE4A}"/>
                </a:ext>
              </a:extLst>
            </p:cNvPr>
            <p:cNvSpPr txBox="1"/>
            <p:nvPr/>
          </p:nvSpPr>
          <p:spPr>
            <a:xfrm>
              <a:off x="4023887" y="773668"/>
              <a:ext cx="143912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PaddleOCR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</a:p>
            <a:p>
              <a:pPr algn="ctr"/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+ </a:t>
              </a:r>
            </a:p>
            <a:p>
              <a:pPr algn="ctr"/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VietOCR</a:t>
              </a:r>
              <a:endParaRPr lang="en-US" sz="1400" b="1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5" name="Đường nối Thẳng 14">
            <a:extLst>
              <a:ext uri="{FF2B5EF4-FFF2-40B4-BE49-F238E27FC236}">
                <a16:creationId xmlns:a16="http://schemas.microsoft.com/office/drawing/2014/main" id="{D4DA4255-1510-E68B-84A7-9048B5B4DE9E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11055727" y="11050182"/>
            <a:ext cx="229650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Hình chữ nhật: Góc Tròn 15">
            <a:extLst>
              <a:ext uri="{FF2B5EF4-FFF2-40B4-BE49-F238E27FC236}">
                <a16:creationId xmlns:a16="http://schemas.microsoft.com/office/drawing/2014/main" id="{3B1D9AD4-2410-5FFD-98DC-EB80E3D3BA59}"/>
              </a:ext>
            </a:extLst>
          </p:cNvPr>
          <p:cNvSpPr/>
          <p:nvPr/>
        </p:nvSpPr>
        <p:spPr>
          <a:xfrm>
            <a:off x="11285377" y="10263700"/>
            <a:ext cx="2774749" cy="1572964"/>
          </a:xfrm>
          <a:prstGeom prst="roundRect">
            <a:avLst>
              <a:gd name="adj" fmla="val 14234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11D04E42-174A-01D9-FBA7-59110027CC83}"/>
              </a:ext>
            </a:extLst>
          </p:cNvPr>
          <p:cNvSpPr txBox="1"/>
          <p:nvPr/>
        </p:nvSpPr>
        <p:spPr>
          <a:xfrm>
            <a:off x="6670784" y="9831383"/>
            <a:ext cx="1204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</a:t>
            </a: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32334F51-BB30-80A7-6035-8E1B6EEA2790}"/>
              </a:ext>
            </a:extLst>
          </p:cNvPr>
          <p:cNvSpPr txBox="1"/>
          <p:nvPr/>
        </p:nvSpPr>
        <p:spPr>
          <a:xfrm>
            <a:off x="12304416" y="10273751"/>
            <a:ext cx="1204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 OCR</a:t>
            </a:r>
          </a:p>
        </p:txBody>
      </p:sp>
      <p:cxnSp>
        <p:nvCxnSpPr>
          <p:cNvPr id="20" name="Đường nối Thẳng 19">
            <a:extLst>
              <a:ext uri="{FF2B5EF4-FFF2-40B4-BE49-F238E27FC236}">
                <a16:creationId xmlns:a16="http://schemas.microsoft.com/office/drawing/2014/main" id="{BA616B32-92E6-E274-E72F-0AADDE283AC1}"/>
              </a:ext>
            </a:extLst>
          </p:cNvPr>
          <p:cNvCxnSpPr>
            <a:cxnSpLocks/>
          </p:cNvCxnSpPr>
          <p:nvPr/>
        </p:nvCxnSpPr>
        <p:spPr>
          <a:xfrm flipH="1">
            <a:off x="8976787" y="11097700"/>
            <a:ext cx="942290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Nhóm 20">
            <a:extLst>
              <a:ext uri="{FF2B5EF4-FFF2-40B4-BE49-F238E27FC236}">
                <a16:creationId xmlns:a16="http://schemas.microsoft.com/office/drawing/2014/main" id="{630B9E06-71AB-7A87-7EC9-156DE502E2E1}"/>
              </a:ext>
            </a:extLst>
          </p:cNvPr>
          <p:cNvGrpSpPr/>
          <p:nvPr/>
        </p:nvGrpSpPr>
        <p:grpSpPr>
          <a:xfrm>
            <a:off x="9807958" y="9031220"/>
            <a:ext cx="1368420" cy="1260474"/>
            <a:chOff x="7703346" y="10146749"/>
            <a:chExt cx="1439123" cy="1260474"/>
          </a:xfrm>
        </p:grpSpPr>
        <p:sp>
          <p:nvSpPr>
            <p:cNvPr id="597" name="Hình thang 596">
              <a:extLst>
                <a:ext uri="{FF2B5EF4-FFF2-40B4-BE49-F238E27FC236}">
                  <a16:creationId xmlns:a16="http://schemas.microsoft.com/office/drawing/2014/main" id="{E309AC23-BB29-D19A-8846-0809283352EC}"/>
                </a:ext>
              </a:extLst>
            </p:cNvPr>
            <p:cNvSpPr/>
            <p:nvPr/>
          </p:nvSpPr>
          <p:spPr>
            <a:xfrm rot="5400000">
              <a:off x="7792671" y="10176911"/>
              <a:ext cx="1260474" cy="1200149"/>
            </a:xfrm>
            <a:prstGeom prst="trapezoid">
              <a:avLst>
                <a:gd name="adj" fmla="val 25529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98" name="Hộp Văn bản 597">
              <a:extLst>
                <a:ext uri="{FF2B5EF4-FFF2-40B4-BE49-F238E27FC236}">
                  <a16:creationId xmlns:a16="http://schemas.microsoft.com/office/drawing/2014/main" id="{64BCD356-32A5-EF06-FF5D-FB9894861FEE}"/>
                </a:ext>
              </a:extLst>
            </p:cNvPr>
            <p:cNvSpPr txBox="1"/>
            <p:nvPr/>
          </p:nvSpPr>
          <p:spPr>
            <a:xfrm>
              <a:off x="7703346" y="10505217"/>
              <a:ext cx="14391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Vision</a:t>
              </a:r>
            </a:p>
            <a:p>
              <a:pPr algn="ctr"/>
              <a:r>
                <a:rPr lang="en-US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Transformer</a:t>
              </a:r>
            </a:p>
          </p:txBody>
        </p:sp>
      </p:grp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D8BDAA2C-08F2-DE97-398D-534F7DF8190B}"/>
              </a:ext>
            </a:extLst>
          </p:cNvPr>
          <p:cNvCxnSpPr>
            <a:cxnSpLocks/>
          </p:cNvCxnSpPr>
          <p:nvPr/>
        </p:nvCxnSpPr>
        <p:spPr>
          <a:xfrm flipH="1">
            <a:off x="8976787" y="12438907"/>
            <a:ext cx="4272865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Đường nối Thẳng 22">
            <a:extLst>
              <a:ext uri="{FF2B5EF4-FFF2-40B4-BE49-F238E27FC236}">
                <a16:creationId xmlns:a16="http://schemas.microsoft.com/office/drawing/2014/main" id="{F14DDB10-4CAF-6BDD-FC0A-933D3F7C19F5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12672752" y="11836664"/>
            <a:ext cx="0" cy="4204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Đường nối Thẳng 23">
            <a:extLst>
              <a:ext uri="{FF2B5EF4-FFF2-40B4-BE49-F238E27FC236}">
                <a16:creationId xmlns:a16="http://schemas.microsoft.com/office/drawing/2014/main" id="{B4CC40E3-F28E-FBBD-B1A1-F50A2460974D}"/>
              </a:ext>
            </a:extLst>
          </p:cNvPr>
          <p:cNvCxnSpPr>
            <a:cxnSpLocks/>
          </p:cNvCxnSpPr>
          <p:nvPr/>
        </p:nvCxnSpPr>
        <p:spPr>
          <a:xfrm flipH="1">
            <a:off x="12670525" y="12247665"/>
            <a:ext cx="576901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6" name="Nhóm 25">
            <a:extLst>
              <a:ext uri="{FF2B5EF4-FFF2-40B4-BE49-F238E27FC236}">
                <a16:creationId xmlns:a16="http://schemas.microsoft.com/office/drawing/2014/main" id="{3627D1BE-9C60-F2E5-EF0F-2B68073D3370}"/>
              </a:ext>
            </a:extLst>
          </p:cNvPr>
          <p:cNvGrpSpPr/>
          <p:nvPr/>
        </p:nvGrpSpPr>
        <p:grpSpPr>
          <a:xfrm>
            <a:off x="13217902" y="11958084"/>
            <a:ext cx="1265479" cy="961030"/>
            <a:chOff x="4083917" y="512765"/>
            <a:chExt cx="1788855" cy="1260474"/>
          </a:xfrm>
        </p:grpSpPr>
        <p:sp>
          <p:nvSpPr>
            <p:cNvPr id="595" name="Hình thang 594">
              <a:extLst>
                <a:ext uri="{FF2B5EF4-FFF2-40B4-BE49-F238E27FC236}">
                  <a16:creationId xmlns:a16="http://schemas.microsoft.com/office/drawing/2014/main" id="{12CF01C6-6594-27C5-CA64-585AEAB5853F}"/>
                </a:ext>
              </a:extLst>
            </p:cNvPr>
            <p:cNvSpPr/>
            <p:nvPr/>
          </p:nvSpPr>
          <p:spPr>
            <a:xfrm rot="5400000">
              <a:off x="4324928" y="331211"/>
              <a:ext cx="1260474" cy="1623582"/>
            </a:xfrm>
            <a:prstGeom prst="trapezoid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96" name="Hộp Văn bản 595">
              <a:extLst>
                <a:ext uri="{FF2B5EF4-FFF2-40B4-BE49-F238E27FC236}">
                  <a16:creationId xmlns:a16="http://schemas.microsoft.com/office/drawing/2014/main" id="{1F8BD15E-61A7-89B5-9851-7AB85AC7C644}"/>
                </a:ext>
              </a:extLst>
            </p:cNvPr>
            <p:cNvSpPr txBox="1"/>
            <p:nvPr/>
          </p:nvSpPr>
          <p:spPr>
            <a:xfrm>
              <a:off x="4083917" y="689129"/>
              <a:ext cx="1788855" cy="817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accent2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jina-embedding-v3</a:t>
              </a:r>
              <a:endParaRPr lang="en-US" sz="1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27" name="Hình ảnh 26">
            <a:extLst>
              <a:ext uri="{FF2B5EF4-FFF2-40B4-BE49-F238E27FC236}">
                <a16:creationId xmlns:a16="http://schemas.microsoft.com/office/drawing/2014/main" id="{083467BE-D404-790E-5884-6FAB531D5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0994" y="10766958"/>
            <a:ext cx="1295400" cy="371475"/>
          </a:xfrm>
          <a:prstGeom prst="rect">
            <a:avLst/>
          </a:prstGeom>
        </p:spPr>
      </p:pic>
      <p:pic>
        <p:nvPicPr>
          <p:cNvPr id="28" name="Hình ảnh 27">
            <a:extLst>
              <a:ext uri="{FF2B5EF4-FFF2-40B4-BE49-F238E27FC236}">
                <a16:creationId xmlns:a16="http://schemas.microsoft.com/office/drawing/2014/main" id="{F80F74DC-531D-DB57-A7E0-26C919BBAA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8150" y="11153814"/>
            <a:ext cx="1114425" cy="361950"/>
          </a:xfrm>
          <a:prstGeom prst="rect">
            <a:avLst/>
          </a:prstGeom>
        </p:spPr>
      </p:pic>
      <p:pic>
        <p:nvPicPr>
          <p:cNvPr id="29" name="Hình ảnh 28">
            <a:extLst>
              <a:ext uri="{FF2B5EF4-FFF2-40B4-BE49-F238E27FC236}">
                <a16:creationId xmlns:a16="http://schemas.microsoft.com/office/drawing/2014/main" id="{2560EF3D-B4DB-D987-FF83-C76A0BAB76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8997" y="10757380"/>
            <a:ext cx="1009791" cy="762106"/>
          </a:xfrm>
          <a:prstGeom prst="rect">
            <a:avLst/>
          </a:prstGeom>
        </p:spPr>
      </p:pic>
      <p:cxnSp>
        <p:nvCxnSpPr>
          <p:cNvPr id="30" name="Đường nối Thẳng 29">
            <a:extLst>
              <a:ext uri="{FF2B5EF4-FFF2-40B4-BE49-F238E27FC236}">
                <a16:creationId xmlns:a16="http://schemas.microsoft.com/office/drawing/2014/main" id="{34BE1A08-E6B3-72A0-C8B1-B0A477EA0399}"/>
              </a:ext>
            </a:extLst>
          </p:cNvPr>
          <p:cNvCxnSpPr>
            <a:cxnSpLocks/>
            <a:stCxn id="581" idx="1"/>
          </p:cNvCxnSpPr>
          <p:nvPr/>
        </p:nvCxnSpPr>
        <p:spPr>
          <a:xfrm flipH="1">
            <a:off x="14408524" y="12446315"/>
            <a:ext cx="711203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Đường nối Thẳng 30">
            <a:extLst>
              <a:ext uri="{FF2B5EF4-FFF2-40B4-BE49-F238E27FC236}">
                <a16:creationId xmlns:a16="http://schemas.microsoft.com/office/drawing/2014/main" id="{AF062AA3-6C84-E909-E038-E787519F18F2}"/>
              </a:ext>
            </a:extLst>
          </p:cNvPr>
          <p:cNvCxnSpPr>
            <a:cxnSpLocks/>
          </p:cNvCxnSpPr>
          <p:nvPr/>
        </p:nvCxnSpPr>
        <p:spPr>
          <a:xfrm flipH="1">
            <a:off x="11059822" y="9661456"/>
            <a:ext cx="4059905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Đường nối Thẳng 31">
            <a:extLst>
              <a:ext uri="{FF2B5EF4-FFF2-40B4-BE49-F238E27FC236}">
                <a16:creationId xmlns:a16="http://schemas.microsoft.com/office/drawing/2014/main" id="{0D307399-3747-8CB7-609F-2394A25FEF29}"/>
              </a:ext>
            </a:extLst>
          </p:cNvPr>
          <p:cNvCxnSpPr>
            <a:cxnSpLocks/>
          </p:cNvCxnSpPr>
          <p:nvPr/>
        </p:nvCxnSpPr>
        <p:spPr>
          <a:xfrm>
            <a:off x="14408524" y="12360313"/>
            <a:ext cx="198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Đường nối Thẳng 32">
            <a:extLst>
              <a:ext uri="{FF2B5EF4-FFF2-40B4-BE49-F238E27FC236}">
                <a16:creationId xmlns:a16="http://schemas.microsoft.com/office/drawing/2014/main" id="{53BF8999-35AB-EF05-1072-02231CBEEC0B}"/>
              </a:ext>
            </a:extLst>
          </p:cNvPr>
          <p:cNvCxnSpPr>
            <a:cxnSpLocks/>
          </p:cNvCxnSpPr>
          <p:nvPr/>
        </p:nvCxnSpPr>
        <p:spPr>
          <a:xfrm flipV="1">
            <a:off x="14618620" y="11050182"/>
            <a:ext cx="0" cy="13187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Đường nối Thẳng 33">
            <a:extLst>
              <a:ext uri="{FF2B5EF4-FFF2-40B4-BE49-F238E27FC236}">
                <a16:creationId xmlns:a16="http://schemas.microsoft.com/office/drawing/2014/main" id="{36841C85-B359-CE3E-6F1B-9F0B23226379}"/>
              </a:ext>
            </a:extLst>
          </p:cNvPr>
          <p:cNvCxnSpPr>
            <a:cxnSpLocks/>
            <a:stCxn id="587" idx="1"/>
          </p:cNvCxnSpPr>
          <p:nvPr/>
        </p:nvCxnSpPr>
        <p:spPr>
          <a:xfrm flipH="1">
            <a:off x="14615960" y="11053484"/>
            <a:ext cx="503767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5" name="Nhóm 34">
            <a:extLst>
              <a:ext uri="{FF2B5EF4-FFF2-40B4-BE49-F238E27FC236}">
                <a16:creationId xmlns:a16="http://schemas.microsoft.com/office/drawing/2014/main" id="{430720C9-8BAD-4B50-D744-50488468441B}"/>
              </a:ext>
            </a:extLst>
          </p:cNvPr>
          <p:cNvGrpSpPr/>
          <p:nvPr/>
        </p:nvGrpSpPr>
        <p:grpSpPr>
          <a:xfrm>
            <a:off x="15119727" y="9030416"/>
            <a:ext cx="417112" cy="1260475"/>
            <a:chOff x="13018859" y="8710508"/>
            <a:chExt cx="417112" cy="1260475"/>
          </a:xfrm>
        </p:grpSpPr>
        <p:grpSp>
          <p:nvGrpSpPr>
            <p:cNvPr id="589" name="Nhóm 588">
              <a:extLst>
                <a:ext uri="{FF2B5EF4-FFF2-40B4-BE49-F238E27FC236}">
                  <a16:creationId xmlns:a16="http://schemas.microsoft.com/office/drawing/2014/main" id="{FD63E7AE-5695-86D5-761D-2C1BEBC8A219}"/>
                </a:ext>
              </a:extLst>
            </p:cNvPr>
            <p:cNvGrpSpPr/>
            <p:nvPr/>
          </p:nvGrpSpPr>
          <p:grpSpPr>
            <a:xfrm>
              <a:off x="13018859" y="8710508"/>
              <a:ext cx="417112" cy="1260475"/>
              <a:chOff x="13629375" y="8884392"/>
              <a:chExt cx="513673" cy="1552275"/>
            </a:xfrm>
          </p:grpSpPr>
          <p:sp>
            <p:nvSpPr>
              <p:cNvPr id="593" name="Hình chữ nhật: Góc Tròn 592">
                <a:extLst>
                  <a:ext uri="{FF2B5EF4-FFF2-40B4-BE49-F238E27FC236}">
                    <a16:creationId xmlns:a16="http://schemas.microsoft.com/office/drawing/2014/main" id="{E00A82D1-0CE3-FAF0-F61B-5C22B176D7FC}"/>
                  </a:ext>
                </a:extLst>
              </p:cNvPr>
              <p:cNvSpPr/>
              <p:nvPr/>
            </p:nvSpPr>
            <p:spPr>
              <a:xfrm>
                <a:off x="13629375" y="8884392"/>
                <a:ext cx="513673" cy="1552275"/>
              </a:xfrm>
              <a:prstGeom prst="roundRect">
                <a:avLst>
                  <a:gd name="adj" fmla="val 14681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4" name="Hình Bầu dục 593">
                <a:extLst>
                  <a:ext uri="{FF2B5EF4-FFF2-40B4-BE49-F238E27FC236}">
                    <a16:creationId xmlns:a16="http://schemas.microsoft.com/office/drawing/2014/main" id="{C9D6B005-60E6-3D5A-D813-4149D8808049}"/>
                  </a:ext>
                </a:extLst>
              </p:cNvPr>
              <p:cNvSpPr/>
              <p:nvPr/>
            </p:nvSpPr>
            <p:spPr>
              <a:xfrm>
                <a:off x="13729076" y="8993526"/>
                <a:ext cx="319074" cy="30103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90" name="Hình Bầu dục 589">
              <a:extLst>
                <a:ext uri="{FF2B5EF4-FFF2-40B4-BE49-F238E27FC236}">
                  <a16:creationId xmlns:a16="http://schemas.microsoft.com/office/drawing/2014/main" id="{169C4D4F-E09D-C1BC-5B2F-FC7D85A61AAC}"/>
                </a:ext>
              </a:extLst>
            </p:cNvPr>
            <p:cNvSpPr/>
            <p:nvPr/>
          </p:nvSpPr>
          <p:spPr>
            <a:xfrm>
              <a:off x="13099818" y="9086137"/>
              <a:ext cx="259094" cy="2444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1" name="Hình Bầu dục 590">
              <a:extLst>
                <a:ext uri="{FF2B5EF4-FFF2-40B4-BE49-F238E27FC236}">
                  <a16:creationId xmlns:a16="http://schemas.microsoft.com/office/drawing/2014/main" id="{F091DDD4-9A55-B910-AF04-1BAE93C8164D}"/>
                </a:ext>
              </a:extLst>
            </p:cNvPr>
            <p:cNvSpPr/>
            <p:nvPr/>
          </p:nvSpPr>
          <p:spPr>
            <a:xfrm>
              <a:off x="13097868" y="9372003"/>
              <a:ext cx="259094" cy="2444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2" name="Hình Bầu dục 591">
              <a:extLst>
                <a:ext uri="{FF2B5EF4-FFF2-40B4-BE49-F238E27FC236}">
                  <a16:creationId xmlns:a16="http://schemas.microsoft.com/office/drawing/2014/main" id="{1E4F7372-BC70-E192-30E6-65B33908A921}"/>
                </a:ext>
              </a:extLst>
            </p:cNvPr>
            <p:cNvSpPr/>
            <p:nvPr/>
          </p:nvSpPr>
          <p:spPr>
            <a:xfrm>
              <a:off x="13097868" y="9660631"/>
              <a:ext cx="259094" cy="2444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Nhóm 35">
            <a:extLst>
              <a:ext uri="{FF2B5EF4-FFF2-40B4-BE49-F238E27FC236}">
                <a16:creationId xmlns:a16="http://schemas.microsoft.com/office/drawing/2014/main" id="{2304541B-B2BE-3D22-2EA6-EEBCDAFA8894}"/>
              </a:ext>
            </a:extLst>
          </p:cNvPr>
          <p:cNvGrpSpPr/>
          <p:nvPr/>
        </p:nvGrpSpPr>
        <p:grpSpPr>
          <a:xfrm>
            <a:off x="15119727" y="10423246"/>
            <a:ext cx="417112" cy="1260475"/>
            <a:chOff x="13018859" y="8710508"/>
            <a:chExt cx="417112" cy="1260475"/>
          </a:xfrm>
        </p:grpSpPr>
        <p:grpSp>
          <p:nvGrpSpPr>
            <p:cNvPr id="583" name="Nhóm 582">
              <a:extLst>
                <a:ext uri="{FF2B5EF4-FFF2-40B4-BE49-F238E27FC236}">
                  <a16:creationId xmlns:a16="http://schemas.microsoft.com/office/drawing/2014/main" id="{BC26FC33-AAAA-8677-FE4E-E37A15E2F1BC}"/>
                </a:ext>
              </a:extLst>
            </p:cNvPr>
            <p:cNvGrpSpPr/>
            <p:nvPr/>
          </p:nvGrpSpPr>
          <p:grpSpPr>
            <a:xfrm>
              <a:off x="13018859" y="8710508"/>
              <a:ext cx="417112" cy="1260475"/>
              <a:chOff x="13629375" y="8884392"/>
              <a:chExt cx="513673" cy="1552275"/>
            </a:xfrm>
          </p:grpSpPr>
          <p:sp>
            <p:nvSpPr>
              <p:cNvPr id="587" name="Hình chữ nhật: Góc Tròn 586">
                <a:extLst>
                  <a:ext uri="{FF2B5EF4-FFF2-40B4-BE49-F238E27FC236}">
                    <a16:creationId xmlns:a16="http://schemas.microsoft.com/office/drawing/2014/main" id="{B25D7F6A-8B6B-EDB1-EFA3-54BF11A4167B}"/>
                  </a:ext>
                </a:extLst>
              </p:cNvPr>
              <p:cNvSpPr/>
              <p:nvPr/>
            </p:nvSpPr>
            <p:spPr>
              <a:xfrm>
                <a:off x="13629375" y="8884392"/>
                <a:ext cx="513673" cy="1552275"/>
              </a:xfrm>
              <a:prstGeom prst="roundRect">
                <a:avLst>
                  <a:gd name="adj" fmla="val 14376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8" name="Hình Bầu dục 587">
                <a:extLst>
                  <a:ext uri="{FF2B5EF4-FFF2-40B4-BE49-F238E27FC236}">
                    <a16:creationId xmlns:a16="http://schemas.microsoft.com/office/drawing/2014/main" id="{967CBED6-67AB-13BF-FB1E-1A116C8A092D}"/>
                  </a:ext>
                </a:extLst>
              </p:cNvPr>
              <p:cNvSpPr/>
              <p:nvPr/>
            </p:nvSpPr>
            <p:spPr>
              <a:xfrm>
                <a:off x="13729076" y="8993526"/>
                <a:ext cx="319074" cy="30103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4" name="Hình Bầu dục 583">
              <a:extLst>
                <a:ext uri="{FF2B5EF4-FFF2-40B4-BE49-F238E27FC236}">
                  <a16:creationId xmlns:a16="http://schemas.microsoft.com/office/drawing/2014/main" id="{0EE5993C-287B-E443-2EB2-56AB6B37A7C0}"/>
                </a:ext>
              </a:extLst>
            </p:cNvPr>
            <p:cNvSpPr/>
            <p:nvPr/>
          </p:nvSpPr>
          <p:spPr>
            <a:xfrm>
              <a:off x="13099818" y="9086137"/>
              <a:ext cx="259094" cy="2444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5" name="Hình Bầu dục 584">
              <a:extLst>
                <a:ext uri="{FF2B5EF4-FFF2-40B4-BE49-F238E27FC236}">
                  <a16:creationId xmlns:a16="http://schemas.microsoft.com/office/drawing/2014/main" id="{8E082114-2EAC-BFF6-9834-620A53AF16C8}"/>
                </a:ext>
              </a:extLst>
            </p:cNvPr>
            <p:cNvSpPr/>
            <p:nvPr/>
          </p:nvSpPr>
          <p:spPr>
            <a:xfrm>
              <a:off x="13097868" y="9372003"/>
              <a:ext cx="259094" cy="2444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6" name="Hình Bầu dục 585">
              <a:extLst>
                <a:ext uri="{FF2B5EF4-FFF2-40B4-BE49-F238E27FC236}">
                  <a16:creationId xmlns:a16="http://schemas.microsoft.com/office/drawing/2014/main" id="{1E81DB3A-56CF-099A-7E3D-54E46033FE14}"/>
                </a:ext>
              </a:extLst>
            </p:cNvPr>
            <p:cNvSpPr/>
            <p:nvPr/>
          </p:nvSpPr>
          <p:spPr>
            <a:xfrm>
              <a:off x="13097868" y="9660631"/>
              <a:ext cx="259094" cy="2444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Nhóm 36">
            <a:extLst>
              <a:ext uri="{FF2B5EF4-FFF2-40B4-BE49-F238E27FC236}">
                <a16:creationId xmlns:a16="http://schemas.microsoft.com/office/drawing/2014/main" id="{4008569A-7374-A91B-42EF-4CEFD7574748}"/>
              </a:ext>
            </a:extLst>
          </p:cNvPr>
          <p:cNvGrpSpPr/>
          <p:nvPr/>
        </p:nvGrpSpPr>
        <p:grpSpPr>
          <a:xfrm>
            <a:off x="15119727" y="11816077"/>
            <a:ext cx="417112" cy="1260475"/>
            <a:chOff x="13018859" y="8710508"/>
            <a:chExt cx="417112" cy="1260475"/>
          </a:xfrm>
        </p:grpSpPr>
        <p:grpSp>
          <p:nvGrpSpPr>
            <p:cNvPr id="577" name="Nhóm 576">
              <a:extLst>
                <a:ext uri="{FF2B5EF4-FFF2-40B4-BE49-F238E27FC236}">
                  <a16:creationId xmlns:a16="http://schemas.microsoft.com/office/drawing/2014/main" id="{A73121D3-11D8-C5A2-B01C-3533C5CD0451}"/>
                </a:ext>
              </a:extLst>
            </p:cNvPr>
            <p:cNvGrpSpPr/>
            <p:nvPr/>
          </p:nvGrpSpPr>
          <p:grpSpPr>
            <a:xfrm>
              <a:off x="13018859" y="8710508"/>
              <a:ext cx="417112" cy="1260475"/>
              <a:chOff x="13629375" y="8884392"/>
              <a:chExt cx="513673" cy="1552275"/>
            </a:xfrm>
          </p:grpSpPr>
          <p:sp>
            <p:nvSpPr>
              <p:cNvPr id="581" name="Hình chữ nhật: Góc Tròn 580">
                <a:extLst>
                  <a:ext uri="{FF2B5EF4-FFF2-40B4-BE49-F238E27FC236}">
                    <a16:creationId xmlns:a16="http://schemas.microsoft.com/office/drawing/2014/main" id="{D02119DF-F181-C5C2-2469-A26BD8EADCC6}"/>
                  </a:ext>
                </a:extLst>
              </p:cNvPr>
              <p:cNvSpPr/>
              <p:nvPr/>
            </p:nvSpPr>
            <p:spPr>
              <a:xfrm>
                <a:off x="13629375" y="8884392"/>
                <a:ext cx="513673" cy="1552275"/>
              </a:xfrm>
              <a:prstGeom prst="roundRect">
                <a:avLst>
                  <a:gd name="adj" fmla="val 14681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2" name="Hình Bầu dục 581">
                <a:extLst>
                  <a:ext uri="{FF2B5EF4-FFF2-40B4-BE49-F238E27FC236}">
                    <a16:creationId xmlns:a16="http://schemas.microsoft.com/office/drawing/2014/main" id="{F45278A7-D036-9467-0783-A7077C37F8D1}"/>
                  </a:ext>
                </a:extLst>
              </p:cNvPr>
              <p:cNvSpPr/>
              <p:nvPr/>
            </p:nvSpPr>
            <p:spPr>
              <a:xfrm>
                <a:off x="13729076" y="8993526"/>
                <a:ext cx="319074" cy="30103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78" name="Hình Bầu dục 577">
              <a:extLst>
                <a:ext uri="{FF2B5EF4-FFF2-40B4-BE49-F238E27FC236}">
                  <a16:creationId xmlns:a16="http://schemas.microsoft.com/office/drawing/2014/main" id="{DBF596F2-1FDD-21F5-ABEA-D6FF90F4AE7C}"/>
                </a:ext>
              </a:extLst>
            </p:cNvPr>
            <p:cNvSpPr/>
            <p:nvPr/>
          </p:nvSpPr>
          <p:spPr>
            <a:xfrm>
              <a:off x="13099818" y="9086137"/>
              <a:ext cx="259094" cy="2444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9" name="Hình Bầu dục 578">
              <a:extLst>
                <a:ext uri="{FF2B5EF4-FFF2-40B4-BE49-F238E27FC236}">
                  <a16:creationId xmlns:a16="http://schemas.microsoft.com/office/drawing/2014/main" id="{0D258C03-1E6C-675D-6A85-4C954476D76D}"/>
                </a:ext>
              </a:extLst>
            </p:cNvPr>
            <p:cNvSpPr/>
            <p:nvPr/>
          </p:nvSpPr>
          <p:spPr>
            <a:xfrm>
              <a:off x="13097868" y="9372003"/>
              <a:ext cx="259094" cy="2444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0" name="Hình Bầu dục 579">
              <a:extLst>
                <a:ext uri="{FF2B5EF4-FFF2-40B4-BE49-F238E27FC236}">
                  <a16:creationId xmlns:a16="http://schemas.microsoft.com/office/drawing/2014/main" id="{6D7F4CA7-E8C0-7847-C5BA-DE1DBEFD0F64}"/>
                </a:ext>
              </a:extLst>
            </p:cNvPr>
            <p:cNvSpPr/>
            <p:nvPr/>
          </p:nvSpPr>
          <p:spPr>
            <a:xfrm>
              <a:off x="13097868" y="9660631"/>
              <a:ext cx="259094" cy="2444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8" name="Đường nối Thẳng 37">
            <a:extLst>
              <a:ext uri="{FF2B5EF4-FFF2-40B4-BE49-F238E27FC236}">
                <a16:creationId xmlns:a16="http://schemas.microsoft.com/office/drawing/2014/main" id="{A9DE1F0C-AF41-490E-BFAF-7F35D07AB50A}"/>
              </a:ext>
            </a:extLst>
          </p:cNvPr>
          <p:cNvCxnSpPr>
            <a:cxnSpLocks/>
          </p:cNvCxnSpPr>
          <p:nvPr/>
        </p:nvCxnSpPr>
        <p:spPr>
          <a:xfrm flipV="1">
            <a:off x="12670525" y="12430040"/>
            <a:ext cx="0" cy="13272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9" name="Nhóm 38">
            <a:extLst>
              <a:ext uri="{FF2B5EF4-FFF2-40B4-BE49-F238E27FC236}">
                <a16:creationId xmlns:a16="http://schemas.microsoft.com/office/drawing/2014/main" id="{B26AE934-A193-80A2-C914-3B24BF420537}"/>
              </a:ext>
            </a:extLst>
          </p:cNvPr>
          <p:cNvGrpSpPr/>
          <p:nvPr/>
        </p:nvGrpSpPr>
        <p:grpSpPr>
          <a:xfrm>
            <a:off x="13217901" y="13221005"/>
            <a:ext cx="1265479" cy="961030"/>
            <a:chOff x="4083916" y="512765"/>
            <a:chExt cx="1788855" cy="1260474"/>
          </a:xfrm>
        </p:grpSpPr>
        <p:sp>
          <p:nvSpPr>
            <p:cNvPr id="255" name="Hình thang 254">
              <a:extLst>
                <a:ext uri="{FF2B5EF4-FFF2-40B4-BE49-F238E27FC236}">
                  <a16:creationId xmlns:a16="http://schemas.microsoft.com/office/drawing/2014/main" id="{BDBBEB09-A394-8E39-E66B-487F2B8BAE8B}"/>
                </a:ext>
              </a:extLst>
            </p:cNvPr>
            <p:cNvSpPr/>
            <p:nvPr/>
          </p:nvSpPr>
          <p:spPr>
            <a:xfrm rot="5400000">
              <a:off x="4324928" y="331211"/>
              <a:ext cx="1260474" cy="1623582"/>
            </a:xfrm>
            <a:prstGeom prst="trapezoid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76" name="Hộp Văn bản 575">
              <a:extLst>
                <a:ext uri="{FF2B5EF4-FFF2-40B4-BE49-F238E27FC236}">
                  <a16:creationId xmlns:a16="http://schemas.microsoft.com/office/drawing/2014/main" id="{7D3301EA-F44E-F99E-B711-F26F8C4C43AE}"/>
                </a:ext>
              </a:extLst>
            </p:cNvPr>
            <p:cNvSpPr txBox="1"/>
            <p:nvPr/>
          </p:nvSpPr>
          <p:spPr>
            <a:xfrm>
              <a:off x="4083916" y="931505"/>
              <a:ext cx="1788855" cy="403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accent5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VisoBERT</a:t>
              </a:r>
              <a:endParaRPr lang="en-US" sz="1400" b="1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40" name="Đường nối Thẳng 39">
            <a:extLst>
              <a:ext uri="{FF2B5EF4-FFF2-40B4-BE49-F238E27FC236}">
                <a16:creationId xmlns:a16="http://schemas.microsoft.com/office/drawing/2014/main" id="{6E768E84-C588-4FC6-DB35-FAB205B5113F}"/>
              </a:ext>
            </a:extLst>
          </p:cNvPr>
          <p:cNvCxnSpPr>
            <a:cxnSpLocks/>
          </p:cNvCxnSpPr>
          <p:nvPr/>
        </p:nvCxnSpPr>
        <p:spPr>
          <a:xfrm flipH="1">
            <a:off x="12660050" y="13753807"/>
            <a:ext cx="576901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Đường nối Thẳng 40">
            <a:extLst>
              <a:ext uri="{FF2B5EF4-FFF2-40B4-BE49-F238E27FC236}">
                <a16:creationId xmlns:a16="http://schemas.microsoft.com/office/drawing/2014/main" id="{AD161336-A942-F3E0-0396-7D14BA677410}"/>
              </a:ext>
            </a:extLst>
          </p:cNvPr>
          <p:cNvCxnSpPr>
            <a:cxnSpLocks/>
          </p:cNvCxnSpPr>
          <p:nvPr/>
        </p:nvCxnSpPr>
        <p:spPr>
          <a:xfrm flipH="1">
            <a:off x="14422583" y="13743531"/>
            <a:ext cx="711203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2" name="Nhóm 41">
            <a:extLst>
              <a:ext uri="{FF2B5EF4-FFF2-40B4-BE49-F238E27FC236}">
                <a16:creationId xmlns:a16="http://schemas.microsoft.com/office/drawing/2014/main" id="{AF2E9E26-CD7E-A7B5-1109-B8FB34E56B76}"/>
              </a:ext>
            </a:extLst>
          </p:cNvPr>
          <p:cNvGrpSpPr/>
          <p:nvPr/>
        </p:nvGrpSpPr>
        <p:grpSpPr>
          <a:xfrm>
            <a:off x="15119727" y="13158445"/>
            <a:ext cx="417112" cy="1260475"/>
            <a:chOff x="13018859" y="8710508"/>
            <a:chExt cx="417112" cy="1260475"/>
          </a:xfrm>
        </p:grpSpPr>
        <p:grpSp>
          <p:nvGrpSpPr>
            <p:cNvPr id="249" name="Nhóm 248">
              <a:extLst>
                <a:ext uri="{FF2B5EF4-FFF2-40B4-BE49-F238E27FC236}">
                  <a16:creationId xmlns:a16="http://schemas.microsoft.com/office/drawing/2014/main" id="{3E8FF0D5-02B3-9B2B-B71B-77082BB47DE7}"/>
                </a:ext>
              </a:extLst>
            </p:cNvPr>
            <p:cNvGrpSpPr/>
            <p:nvPr/>
          </p:nvGrpSpPr>
          <p:grpSpPr>
            <a:xfrm>
              <a:off x="13018859" y="8710508"/>
              <a:ext cx="417112" cy="1260475"/>
              <a:chOff x="13629375" y="8884392"/>
              <a:chExt cx="513673" cy="1552275"/>
            </a:xfrm>
          </p:grpSpPr>
          <p:sp>
            <p:nvSpPr>
              <p:cNvPr id="253" name="Hình chữ nhật: Góc Tròn 252">
                <a:extLst>
                  <a:ext uri="{FF2B5EF4-FFF2-40B4-BE49-F238E27FC236}">
                    <a16:creationId xmlns:a16="http://schemas.microsoft.com/office/drawing/2014/main" id="{CB573BF2-4BDD-C5CC-E631-51405FC04272}"/>
                  </a:ext>
                </a:extLst>
              </p:cNvPr>
              <p:cNvSpPr/>
              <p:nvPr/>
            </p:nvSpPr>
            <p:spPr>
              <a:xfrm>
                <a:off x="13629375" y="8884392"/>
                <a:ext cx="513673" cy="1552275"/>
              </a:xfrm>
              <a:prstGeom prst="roundRect">
                <a:avLst>
                  <a:gd name="adj" fmla="val 14681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4" name="Hình Bầu dục 253">
                <a:extLst>
                  <a:ext uri="{FF2B5EF4-FFF2-40B4-BE49-F238E27FC236}">
                    <a16:creationId xmlns:a16="http://schemas.microsoft.com/office/drawing/2014/main" id="{CDE20E71-C8B3-D411-B51D-354ECD8C9CF7}"/>
                  </a:ext>
                </a:extLst>
              </p:cNvPr>
              <p:cNvSpPr/>
              <p:nvPr/>
            </p:nvSpPr>
            <p:spPr>
              <a:xfrm>
                <a:off x="13729076" y="8993526"/>
                <a:ext cx="319074" cy="30103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0" name="Hình Bầu dục 249">
              <a:extLst>
                <a:ext uri="{FF2B5EF4-FFF2-40B4-BE49-F238E27FC236}">
                  <a16:creationId xmlns:a16="http://schemas.microsoft.com/office/drawing/2014/main" id="{24B1BFF2-D5F5-BA76-1AD5-7C205AC7C521}"/>
                </a:ext>
              </a:extLst>
            </p:cNvPr>
            <p:cNvSpPr/>
            <p:nvPr/>
          </p:nvSpPr>
          <p:spPr>
            <a:xfrm>
              <a:off x="13099818" y="9086137"/>
              <a:ext cx="259094" cy="2444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Hình Bầu dục 250">
              <a:extLst>
                <a:ext uri="{FF2B5EF4-FFF2-40B4-BE49-F238E27FC236}">
                  <a16:creationId xmlns:a16="http://schemas.microsoft.com/office/drawing/2014/main" id="{7F6A9433-46BC-67F6-2165-0F781B01FA39}"/>
                </a:ext>
              </a:extLst>
            </p:cNvPr>
            <p:cNvSpPr/>
            <p:nvPr/>
          </p:nvSpPr>
          <p:spPr>
            <a:xfrm>
              <a:off x="13097868" y="9372003"/>
              <a:ext cx="259094" cy="2444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Hình Bầu dục 251">
              <a:extLst>
                <a:ext uri="{FF2B5EF4-FFF2-40B4-BE49-F238E27FC236}">
                  <a16:creationId xmlns:a16="http://schemas.microsoft.com/office/drawing/2014/main" id="{B457B98E-2382-A602-557B-489C4C5D15A6}"/>
                </a:ext>
              </a:extLst>
            </p:cNvPr>
            <p:cNvSpPr/>
            <p:nvPr/>
          </p:nvSpPr>
          <p:spPr>
            <a:xfrm>
              <a:off x="13097868" y="9660631"/>
              <a:ext cx="259094" cy="2444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9" name="Hộp Văn bản 558">
            <a:extLst>
              <a:ext uri="{FF2B5EF4-FFF2-40B4-BE49-F238E27FC236}">
                <a16:creationId xmlns:a16="http://schemas.microsoft.com/office/drawing/2014/main" id="{583683AE-8151-C106-5A16-3846F8678208}"/>
              </a:ext>
            </a:extLst>
          </p:cNvPr>
          <p:cNvSpPr txBox="1"/>
          <p:nvPr/>
        </p:nvSpPr>
        <p:spPr>
          <a:xfrm>
            <a:off x="6923567" y="12189179"/>
            <a:ext cx="2109368" cy="5539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Hốc</a:t>
            </a:r>
            <a:r>
              <a:rPr lang="en-US" sz="15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phó</a:t>
            </a:r>
            <a:r>
              <a:rPr lang="en-US" sz="15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5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đám</a:t>
            </a:r>
            <a:r>
              <a:rPr lang="en-US" sz="15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hốc</a:t>
            </a:r>
            <a:r>
              <a:rPr lang="en-US" sz="15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con.</a:t>
            </a:r>
          </a:p>
        </p:txBody>
      </p:sp>
      <p:sp>
        <p:nvSpPr>
          <p:cNvPr id="560" name="Hộp Văn bản 559">
            <a:extLst>
              <a:ext uri="{FF2B5EF4-FFF2-40B4-BE49-F238E27FC236}">
                <a16:creationId xmlns:a16="http://schemas.microsoft.com/office/drawing/2014/main" id="{7527AFAC-A8ED-525D-7F72-BD6662AD35E4}"/>
              </a:ext>
            </a:extLst>
          </p:cNvPr>
          <p:cNvSpPr txBox="1"/>
          <p:nvPr/>
        </p:nvSpPr>
        <p:spPr>
          <a:xfrm>
            <a:off x="11542472" y="8498564"/>
            <a:ext cx="2270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 Extraction</a:t>
            </a:r>
          </a:p>
        </p:txBody>
      </p:sp>
    </p:spTree>
    <p:extLst>
      <p:ext uri="{BB962C8B-B14F-4D97-AF65-F5344CB8AC3E}">
        <p14:creationId xmlns:p14="http://schemas.microsoft.com/office/powerpoint/2010/main" val="2051232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9C386-5D95-0491-48CB-7BA28619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Nhóm 194">
            <a:extLst>
              <a:ext uri="{FF2B5EF4-FFF2-40B4-BE49-F238E27FC236}">
                <a16:creationId xmlns:a16="http://schemas.microsoft.com/office/drawing/2014/main" id="{1EDB0A77-16DA-A399-5B66-99E84D9C1F9D}"/>
              </a:ext>
            </a:extLst>
          </p:cNvPr>
          <p:cNvGrpSpPr/>
          <p:nvPr/>
        </p:nvGrpSpPr>
        <p:grpSpPr>
          <a:xfrm>
            <a:off x="8298972" y="8023483"/>
            <a:ext cx="10006418" cy="8575465"/>
            <a:chOff x="8298972" y="8023483"/>
            <a:chExt cx="10006418" cy="8575465"/>
          </a:xfrm>
        </p:grpSpPr>
        <p:grpSp>
          <p:nvGrpSpPr>
            <p:cNvPr id="31" name="Nhóm 30">
              <a:extLst>
                <a:ext uri="{FF2B5EF4-FFF2-40B4-BE49-F238E27FC236}">
                  <a16:creationId xmlns:a16="http://schemas.microsoft.com/office/drawing/2014/main" id="{4B0B4529-290B-7A82-DE3B-0877BCB2A807}"/>
                </a:ext>
              </a:extLst>
            </p:cNvPr>
            <p:cNvGrpSpPr/>
            <p:nvPr/>
          </p:nvGrpSpPr>
          <p:grpSpPr>
            <a:xfrm>
              <a:off x="8816874" y="9612724"/>
              <a:ext cx="417112" cy="1260475"/>
              <a:chOff x="13018859" y="8710508"/>
              <a:chExt cx="417112" cy="1260475"/>
            </a:xfrm>
          </p:grpSpPr>
          <p:grpSp>
            <p:nvGrpSpPr>
              <p:cNvPr id="1079" name="Nhóm 1078">
                <a:extLst>
                  <a:ext uri="{FF2B5EF4-FFF2-40B4-BE49-F238E27FC236}">
                    <a16:creationId xmlns:a16="http://schemas.microsoft.com/office/drawing/2014/main" id="{463702E2-8701-ED0B-0B69-215B481A9A2C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083" name="Hình chữ nhật: Góc Tròn 1082">
                  <a:extLst>
                    <a:ext uri="{FF2B5EF4-FFF2-40B4-BE49-F238E27FC236}">
                      <a16:creationId xmlns:a16="http://schemas.microsoft.com/office/drawing/2014/main" id="{A3BEC479-A427-C202-495A-7F540B8A1EA5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681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4" name="Hình Bầu dục 1083">
                  <a:extLst>
                    <a:ext uri="{FF2B5EF4-FFF2-40B4-BE49-F238E27FC236}">
                      <a16:creationId xmlns:a16="http://schemas.microsoft.com/office/drawing/2014/main" id="{00095E7A-BB94-34AB-BF88-D51ECC50ACAE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80" name="Hình Bầu dục 1079">
                <a:extLst>
                  <a:ext uri="{FF2B5EF4-FFF2-40B4-BE49-F238E27FC236}">
                    <a16:creationId xmlns:a16="http://schemas.microsoft.com/office/drawing/2014/main" id="{9DAE929F-8BC2-EF83-02C9-FB7B5BF9C885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1" name="Hình Bầu dục 1080">
                <a:extLst>
                  <a:ext uri="{FF2B5EF4-FFF2-40B4-BE49-F238E27FC236}">
                    <a16:creationId xmlns:a16="http://schemas.microsoft.com/office/drawing/2014/main" id="{C9BCABA2-B93E-0849-32B9-82DFA53EE7E6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2" name="Hình Bầu dục 1081">
                <a:extLst>
                  <a:ext uri="{FF2B5EF4-FFF2-40B4-BE49-F238E27FC236}">
                    <a16:creationId xmlns:a16="http://schemas.microsoft.com/office/drawing/2014/main" id="{B1C2D296-6F3E-B317-198C-EAEC8F7FEFFC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Nhóm 31">
              <a:extLst>
                <a:ext uri="{FF2B5EF4-FFF2-40B4-BE49-F238E27FC236}">
                  <a16:creationId xmlns:a16="http://schemas.microsoft.com/office/drawing/2014/main" id="{6438B912-5CC6-A73E-E27E-48DB065F5F45}"/>
                </a:ext>
              </a:extLst>
            </p:cNvPr>
            <p:cNvGrpSpPr/>
            <p:nvPr/>
          </p:nvGrpSpPr>
          <p:grpSpPr>
            <a:xfrm>
              <a:off x="8816874" y="11005554"/>
              <a:ext cx="417112" cy="1260475"/>
              <a:chOff x="13018859" y="8710508"/>
              <a:chExt cx="417112" cy="1260475"/>
            </a:xfrm>
          </p:grpSpPr>
          <p:grpSp>
            <p:nvGrpSpPr>
              <p:cNvPr id="1073" name="Nhóm 1072">
                <a:extLst>
                  <a:ext uri="{FF2B5EF4-FFF2-40B4-BE49-F238E27FC236}">
                    <a16:creationId xmlns:a16="http://schemas.microsoft.com/office/drawing/2014/main" id="{43514A48-4B34-8E1E-9517-812B1C648B49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077" name="Hình chữ nhật: Góc Tròn 1076">
                  <a:extLst>
                    <a:ext uri="{FF2B5EF4-FFF2-40B4-BE49-F238E27FC236}">
                      <a16:creationId xmlns:a16="http://schemas.microsoft.com/office/drawing/2014/main" id="{D1C74703-C2C4-FA29-A733-65B6A4CFCC8E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376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78" name="Hình Bầu dục 1077">
                  <a:extLst>
                    <a:ext uri="{FF2B5EF4-FFF2-40B4-BE49-F238E27FC236}">
                      <a16:creationId xmlns:a16="http://schemas.microsoft.com/office/drawing/2014/main" id="{D863FD49-C432-E137-9248-5BAB06E56A95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4" name="Hình Bầu dục 1073">
                <a:extLst>
                  <a:ext uri="{FF2B5EF4-FFF2-40B4-BE49-F238E27FC236}">
                    <a16:creationId xmlns:a16="http://schemas.microsoft.com/office/drawing/2014/main" id="{E0969B13-F286-5415-9F69-A958AE3DBC37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5" name="Hình Bầu dục 1074">
                <a:extLst>
                  <a:ext uri="{FF2B5EF4-FFF2-40B4-BE49-F238E27FC236}">
                    <a16:creationId xmlns:a16="http://schemas.microsoft.com/office/drawing/2014/main" id="{F7A171D1-2991-3691-82C1-2AC2203BA19B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6" name="Hình Bầu dục 1075">
                <a:extLst>
                  <a:ext uri="{FF2B5EF4-FFF2-40B4-BE49-F238E27FC236}">
                    <a16:creationId xmlns:a16="http://schemas.microsoft.com/office/drawing/2014/main" id="{0CDC45CF-87B4-F891-801A-A5E21DEEAB01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Nhóm 32">
              <a:extLst>
                <a:ext uri="{FF2B5EF4-FFF2-40B4-BE49-F238E27FC236}">
                  <a16:creationId xmlns:a16="http://schemas.microsoft.com/office/drawing/2014/main" id="{D77A2397-14FA-AB15-0013-58A25E309542}"/>
                </a:ext>
              </a:extLst>
            </p:cNvPr>
            <p:cNvGrpSpPr/>
            <p:nvPr/>
          </p:nvGrpSpPr>
          <p:grpSpPr>
            <a:xfrm>
              <a:off x="8816874" y="12398385"/>
              <a:ext cx="417112" cy="1260475"/>
              <a:chOff x="13018859" y="8710508"/>
              <a:chExt cx="417112" cy="1260475"/>
            </a:xfrm>
          </p:grpSpPr>
          <p:grpSp>
            <p:nvGrpSpPr>
              <p:cNvPr id="1067" name="Nhóm 1066">
                <a:extLst>
                  <a:ext uri="{FF2B5EF4-FFF2-40B4-BE49-F238E27FC236}">
                    <a16:creationId xmlns:a16="http://schemas.microsoft.com/office/drawing/2014/main" id="{8629A47F-2F46-021D-BF02-54C50E1D9F94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071" name="Hình chữ nhật: Góc Tròn 1070">
                  <a:extLst>
                    <a:ext uri="{FF2B5EF4-FFF2-40B4-BE49-F238E27FC236}">
                      <a16:creationId xmlns:a16="http://schemas.microsoft.com/office/drawing/2014/main" id="{810F3F49-10B8-5114-0D5E-CBB2BA11B65A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681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2" name="Hình Bầu dục 1071">
                  <a:extLst>
                    <a:ext uri="{FF2B5EF4-FFF2-40B4-BE49-F238E27FC236}">
                      <a16:creationId xmlns:a16="http://schemas.microsoft.com/office/drawing/2014/main" id="{B33B2814-39C7-F090-79BF-4941442B4938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68" name="Hình Bầu dục 1067">
                <a:extLst>
                  <a:ext uri="{FF2B5EF4-FFF2-40B4-BE49-F238E27FC236}">
                    <a16:creationId xmlns:a16="http://schemas.microsoft.com/office/drawing/2014/main" id="{4BD1CDA0-5EAF-DE72-94DC-A8679F9331CB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9" name="Hình Bầu dục 1068">
                <a:extLst>
                  <a:ext uri="{FF2B5EF4-FFF2-40B4-BE49-F238E27FC236}">
                    <a16:creationId xmlns:a16="http://schemas.microsoft.com/office/drawing/2014/main" id="{64279FC4-2BAE-F7C4-6D59-400E0EC29E2F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0" name="Hình Bầu dục 1069">
                <a:extLst>
                  <a:ext uri="{FF2B5EF4-FFF2-40B4-BE49-F238E27FC236}">
                    <a16:creationId xmlns:a16="http://schemas.microsoft.com/office/drawing/2014/main" id="{C511A65C-693E-8283-6B5B-662C00FB2628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Nhóm 37">
              <a:extLst>
                <a:ext uri="{FF2B5EF4-FFF2-40B4-BE49-F238E27FC236}">
                  <a16:creationId xmlns:a16="http://schemas.microsoft.com/office/drawing/2014/main" id="{E7C65ABA-B67A-3131-9EAF-2C9AB6341803}"/>
                </a:ext>
              </a:extLst>
            </p:cNvPr>
            <p:cNvGrpSpPr/>
            <p:nvPr/>
          </p:nvGrpSpPr>
          <p:grpSpPr>
            <a:xfrm>
              <a:off x="8816874" y="13740753"/>
              <a:ext cx="417112" cy="1260475"/>
              <a:chOff x="13018859" y="8710508"/>
              <a:chExt cx="417112" cy="1260475"/>
            </a:xfrm>
          </p:grpSpPr>
          <p:grpSp>
            <p:nvGrpSpPr>
              <p:cNvPr id="1058" name="Nhóm 1057">
                <a:extLst>
                  <a:ext uri="{FF2B5EF4-FFF2-40B4-BE49-F238E27FC236}">
                    <a16:creationId xmlns:a16="http://schemas.microsoft.com/office/drawing/2014/main" id="{7128B1E1-0813-75BA-90A8-9433873B803C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062" name="Hình chữ nhật: Góc Tròn 1061">
                  <a:extLst>
                    <a:ext uri="{FF2B5EF4-FFF2-40B4-BE49-F238E27FC236}">
                      <a16:creationId xmlns:a16="http://schemas.microsoft.com/office/drawing/2014/main" id="{437FDB6B-6580-DDF2-3480-FF6DD89A4CF0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681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63" name="Hình Bầu dục 1062">
                  <a:extLst>
                    <a:ext uri="{FF2B5EF4-FFF2-40B4-BE49-F238E27FC236}">
                      <a16:creationId xmlns:a16="http://schemas.microsoft.com/office/drawing/2014/main" id="{30A90EB3-7D82-462D-FFA7-D9F68356862C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59" name="Hình Bầu dục 1058">
                <a:extLst>
                  <a:ext uri="{FF2B5EF4-FFF2-40B4-BE49-F238E27FC236}">
                    <a16:creationId xmlns:a16="http://schemas.microsoft.com/office/drawing/2014/main" id="{B8B8F8B0-3687-FDA7-0F0C-4A6E83F69D49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0" name="Hình Bầu dục 1059">
                <a:extLst>
                  <a:ext uri="{FF2B5EF4-FFF2-40B4-BE49-F238E27FC236}">
                    <a16:creationId xmlns:a16="http://schemas.microsoft.com/office/drawing/2014/main" id="{3D4548D7-1FF9-7CE8-E5B9-FF44AFDDEF6D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1" name="Hình Bầu dục 1060">
                <a:extLst>
                  <a:ext uri="{FF2B5EF4-FFF2-40B4-BE49-F238E27FC236}">
                    <a16:creationId xmlns:a16="http://schemas.microsoft.com/office/drawing/2014/main" id="{E335841F-1B4F-1E75-58DD-C0C7CA209185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9" name="Đường nối Thẳng 38">
              <a:extLst>
                <a:ext uri="{FF2B5EF4-FFF2-40B4-BE49-F238E27FC236}">
                  <a16:creationId xmlns:a16="http://schemas.microsoft.com/office/drawing/2014/main" id="{996E1F21-7BDF-FC29-2A57-98F6CDF8E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33986" y="14304991"/>
              <a:ext cx="27503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Google Shape;66;p15">
              <a:extLst>
                <a:ext uri="{FF2B5EF4-FFF2-40B4-BE49-F238E27FC236}">
                  <a16:creationId xmlns:a16="http://schemas.microsoft.com/office/drawing/2014/main" id="{BE6B8649-1D07-EFF3-54F0-124B58FA6C88}"/>
                </a:ext>
              </a:extLst>
            </p:cNvPr>
            <p:cNvSpPr/>
            <p:nvPr/>
          </p:nvSpPr>
          <p:spPr>
            <a:xfrm rot="5400000">
              <a:off x="9081401" y="10028465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41" name="Google Shape;68;p15">
              <a:extLst>
                <a:ext uri="{FF2B5EF4-FFF2-40B4-BE49-F238E27FC236}">
                  <a16:creationId xmlns:a16="http://schemas.microsoft.com/office/drawing/2014/main" id="{ADB2AA17-9599-EA25-2D26-79AE72E78B72}"/>
                </a:ext>
              </a:extLst>
            </p:cNvPr>
            <p:cNvSpPr/>
            <p:nvPr/>
          </p:nvSpPr>
          <p:spPr>
            <a:xfrm rot="5400000">
              <a:off x="9550757" y="10028466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42" name="Google Shape;69;p15">
              <a:extLst>
                <a:ext uri="{FF2B5EF4-FFF2-40B4-BE49-F238E27FC236}">
                  <a16:creationId xmlns:a16="http://schemas.microsoft.com/office/drawing/2014/main" id="{F328AB16-4C0B-BD5F-83CB-E6460EC7959A}"/>
                </a:ext>
              </a:extLst>
            </p:cNvPr>
            <p:cNvSpPr/>
            <p:nvPr/>
          </p:nvSpPr>
          <p:spPr>
            <a:xfrm rot="5400000">
              <a:off x="10020109" y="10026835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43" name="Đường nối Thẳng 42">
              <a:extLst>
                <a:ext uri="{FF2B5EF4-FFF2-40B4-BE49-F238E27FC236}">
                  <a16:creationId xmlns:a16="http://schemas.microsoft.com/office/drawing/2014/main" id="{915F1301-3526-3D9D-358E-836264537A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46420" y="13036565"/>
              <a:ext cx="27503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Đường nối Thẳng 43">
              <a:extLst>
                <a:ext uri="{FF2B5EF4-FFF2-40B4-BE49-F238E27FC236}">
                  <a16:creationId xmlns:a16="http://schemas.microsoft.com/office/drawing/2014/main" id="{DD208945-D847-3C7D-E3A1-B148702564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33986" y="11632490"/>
              <a:ext cx="27503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Đường nối Thẳng 44">
              <a:extLst>
                <a:ext uri="{FF2B5EF4-FFF2-40B4-BE49-F238E27FC236}">
                  <a16:creationId xmlns:a16="http://schemas.microsoft.com/office/drawing/2014/main" id="{695DDE0E-0A45-89B4-05F0-89C3995FF0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33986" y="10239638"/>
              <a:ext cx="275038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Google Shape;66;p15">
              <a:extLst>
                <a:ext uri="{FF2B5EF4-FFF2-40B4-BE49-F238E27FC236}">
                  <a16:creationId xmlns:a16="http://schemas.microsoft.com/office/drawing/2014/main" id="{E3550C3D-C0B5-5597-0666-B9A07D1B1A72}"/>
                </a:ext>
              </a:extLst>
            </p:cNvPr>
            <p:cNvSpPr/>
            <p:nvPr/>
          </p:nvSpPr>
          <p:spPr>
            <a:xfrm rot="5400000">
              <a:off x="9081401" y="11429876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47" name="Google Shape;68;p15">
              <a:extLst>
                <a:ext uri="{FF2B5EF4-FFF2-40B4-BE49-F238E27FC236}">
                  <a16:creationId xmlns:a16="http://schemas.microsoft.com/office/drawing/2014/main" id="{16C29E5C-ACF3-6B0C-EBD0-726E24A78AFF}"/>
                </a:ext>
              </a:extLst>
            </p:cNvPr>
            <p:cNvSpPr/>
            <p:nvPr/>
          </p:nvSpPr>
          <p:spPr>
            <a:xfrm rot="5400000">
              <a:off x="9550757" y="11429877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48" name="Google Shape;69;p15">
              <a:extLst>
                <a:ext uri="{FF2B5EF4-FFF2-40B4-BE49-F238E27FC236}">
                  <a16:creationId xmlns:a16="http://schemas.microsoft.com/office/drawing/2014/main" id="{766E3722-34A9-F0AA-EFD3-F48AA3FD610A}"/>
                </a:ext>
              </a:extLst>
            </p:cNvPr>
            <p:cNvSpPr/>
            <p:nvPr/>
          </p:nvSpPr>
          <p:spPr>
            <a:xfrm rot="5400000">
              <a:off x="10020109" y="11428246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sp>
          <p:nvSpPr>
            <p:cNvPr id="49" name="Google Shape;66;p15">
              <a:extLst>
                <a:ext uri="{FF2B5EF4-FFF2-40B4-BE49-F238E27FC236}">
                  <a16:creationId xmlns:a16="http://schemas.microsoft.com/office/drawing/2014/main" id="{EEC3AD9F-21AC-DEEF-4086-4625D886C95A}"/>
                </a:ext>
              </a:extLst>
            </p:cNvPr>
            <p:cNvSpPr/>
            <p:nvPr/>
          </p:nvSpPr>
          <p:spPr>
            <a:xfrm rot="5400000">
              <a:off x="9081401" y="12819055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50" name="Google Shape;68;p15">
              <a:extLst>
                <a:ext uri="{FF2B5EF4-FFF2-40B4-BE49-F238E27FC236}">
                  <a16:creationId xmlns:a16="http://schemas.microsoft.com/office/drawing/2014/main" id="{8CEA1E79-CF25-8D8D-0F71-C74EE551054A}"/>
                </a:ext>
              </a:extLst>
            </p:cNvPr>
            <p:cNvSpPr/>
            <p:nvPr/>
          </p:nvSpPr>
          <p:spPr>
            <a:xfrm rot="5400000">
              <a:off x="9550757" y="12819056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51" name="Google Shape;69;p15">
              <a:extLst>
                <a:ext uri="{FF2B5EF4-FFF2-40B4-BE49-F238E27FC236}">
                  <a16:creationId xmlns:a16="http://schemas.microsoft.com/office/drawing/2014/main" id="{5D7F4BF8-6ADE-A54C-34AA-FB835C0C6683}"/>
                </a:ext>
              </a:extLst>
            </p:cNvPr>
            <p:cNvSpPr/>
            <p:nvPr/>
          </p:nvSpPr>
          <p:spPr>
            <a:xfrm rot="5400000">
              <a:off x="10020109" y="12817425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sp>
          <p:nvSpPr>
            <p:cNvPr id="52" name="Google Shape;66;p15">
              <a:extLst>
                <a:ext uri="{FF2B5EF4-FFF2-40B4-BE49-F238E27FC236}">
                  <a16:creationId xmlns:a16="http://schemas.microsoft.com/office/drawing/2014/main" id="{61DED9D4-474E-A4A9-32B0-5AD65422559F}"/>
                </a:ext>
              </a:extLst>
            </p:cNvPr>
            <p:cNvSpPr/>
            <p:nvPr/>
          </p:nvSpPr>
          <p:spPr>
            <a:xfrm rot="5400000">
              <a:off x="9081400" y="14170472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53" name="Google Shape;68;p15">
              <a:extLst>
                <a:ext uri="{FF2B5EF4-FFF2-40B4-BE49-F238E27FC236}">
                  <a16:creationId xmlns:a16="http://schemas.microsoft.com/office/drawing/2014/main" id="{AE105729-D7D7-516B-8147-6EC587B83823}"/>
                </a:ext>
              </a:extLst>
            </p:cNvPr>
            <p:cNvSpPr/>
            <p:nvPr/>
          </p:nvSpPr>
          <p:spPr>
            <a:xfrm rot="5400000">
              <a:off x="9550756" y="14170473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54" name="Google Shape;69;p15">
              <a:extLst>
                <a:ext uri="{FF2B5EF4-FFF2-40B4-BE49-F238E27FC236}">
                  <a16:creationId xmlns:a16="http://schemas.microsoft.com/office/drawing/2014/main" id="{B19A9598-4D0F-EB59-1F02-04EB82996B91}"/>
                </a:ext>
              </a:extLst>
            </p:cNvPr>
            <p:cNvSpPr/>
            <p:nvPr/>
          </p:nvSpPr>
          <p:spPr>
            <a:xfrm rot="5400000">
              <a:off x="10020108" y="14168842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sp>
          <p:nvSpPr>
            <p:cNvPr id="55" name="Google Shape;66;p15">
              <a:extLst>
                <a:ext uri="{FF2B5EF4-FFF2-40B4-BE49-F238E27FC236}">
                  <a16:creationId xmlns:a16="http://schemas.microsoft.com/office/drawing/2014/main" id="{2372D52C-4D2C-EF54-6EF3-A849D4CC18FF}"/>
                </a:ext>
              </a:extLst>
            </p:cNvPr>
            <p:cNvSpPr/>
            <p:nvPr/>
          </p:nvSpPr>
          <p:spPr>
            <a:xfrm rot="5400000">
              <a:off x="10609329" y="10024245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56" name="Google Shape;68;p15">
              <a:extLst>
                <a:ext uri="{FF2B5EF4-FFF2-40B4-BE49-F238E27FC236}">
                  <a16:creationId xmlns:a16="http://schemas.microsoft.com/office/drawing/2014/main" id="{4E0941FE-F634-5C24-A348-13DFD1E5AE5F}"/>
                </a:ext>
              </a:extLst>
            </p:cNvPr>
            <p:cNvSpPr/>
            <p:nvPr/>
          </p:nvSpPr>
          <p:spPr>
            <a:xfrm rot="5400000">
              <a:off x="11078685" y="10024246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57" name="Google Shape;69;p15">
              <a:extLst>
                <a:ext uri="{FF2B5EF4-FFF2-40B4-BE49-F238E27FC236}">
                  <a16:creationId xmlns:a16="http://schemas.microsoft.com/office/drawing/2014/main" id="{1FFB4F95-6A9A-6F6C-FB41-B574640B20C8}"/>
                </a:ext>
              </a:extLst>
            </p:cNvPr>
            <p:cNvSpPr/>
            <p:nvPr/>
          </p:nvSpPr>
          <p:spPr>
            <a:xfrm rot="5400000">
              <a:off x="11548037" y="10022615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58" name="Đường nối Thẳng 57">
              <a:extLst>
                <a:ext uri="{FF2B5EF4-FFF2-40B4-BE49-F238E27FC236}">
                  <a16:creationId xmlns:a16="http://schemas.microsoft.com/office/drawing/2014/main" id="{54F2354A-2590-DCDC-EE6F-CDC4EBB440F8}"/>
                </a:ext>
              </a:extLst>
            </p:cNvPr>
            <p:cNvCxnSpPr>
              <a:cxnSpLocks/>
              <a:stCxn id="55" idx="2"/>
              <a:endCxn id="42" idx="0"/>
            </p:cNvCxnSpPr>
            <p:nvPr/>
          </p:nvCxnSpPr>
          <p:spPr>
            <a:xfrm flipH="1">
              <a:off x="10864843" y="10232802"/>
              <a:ext cx="172109" cy="2589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Google Shape;66;p15">
              <a:extLst>
                <a:ext uri="{FF2B5EF4-FFF2-40B4-BE49-F238E27FC236}">
                  <a16:creationId xmlns:a16="http://schemas.microsoft.com/office/drawing/2014/main" id="{D181AF2C-F7EE-C1E6-12F0-8D6AFCD257E9}"/>
                </a:ext>
              </a:extLst>
            </p:cNvPr>
            <p:cNvSpPr/>
            <p:nvPr/>
          </p:nvSpPr>
          <p:spPr>
            <a:xfrm rot="5400000">
              <a:off x="10609329" y="11446312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60" name="Google Shape;68;p15">
              <a:extLst>
                <a:ext uri="{FF2B5EF4-FFF2-40B4-BE49-F238E27FC236}">
                  <a16:creationId xmlns:a16="http://schemas.microsoft.com/office/drawing/2014/main" id="{A07C5B56-CBD8-0C96-82A4-0523EA5414C6}"/>
                </a:ext>
              </a:extLst>
            </p:cNvPr>
            <p:cNvSpPr/>
            <p:nvPr/>
          </p:nvSpPr>
          <p:spPr>
            <a:xfrm rot="5400000">
              <a:off x="11078685" y="11446313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61" name="Google Shape;69;p15">
              <a:extLst>
                <a:ext uri="{FF2B5EF4-FFF2-40B4-BE49-F238E27FC236}">
                  <a16:creationId xmlns:a16="http://schemas.microsoft.com/office/drawing/2014/main" id="{4A9EFBFE-4B24-9771-D48B-512E6FE97F6C}"/>
                </a:ext>
              </a:extLst>
            </p:cNvPr>
            <p:cNvSpPr/>
            <p:nvPr/>
          </p:nvSpPr>
          <p:spPr>
            <a:xfrm rot="5400000">
              <a:off x="11548037" y="11444682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62" name="Đường nối Thẳng 61">
              <a:extLst>
                <a:ext uri="{FF2B5EF4-FFF2-40B4-BE49-F238E27FC236}">
                  <a16:creationId xmlns:a16="http://schemas.microsoft.com/office/drawing/2014/main" id="{AADEBE51-E32F-0D21-DE39-48856A8FB90A}"/>
                </a:ext>
              </a:extLst>
            </p:cNvPr>
            <p:cNvCxnSpPr>
              <a:cxnSpLocks/>
              <a:stCxn id="59" idx="2"/>
            </p:cNvCxnSpPr>
            <p:nvPr/>
          </p:nvCxnSpPr>
          <p:spPr>
            <a:xfrm flipH="1">
              <a:off x="10867924" y="11654869"/>
              <a:ext cx="169028" cy="29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Google Shape;66;p15">
              <a:extLst>
                <a:ext uri="{FF2B5EF4-FFF2-40B4-BE49-F238E27FC236}">
                  <a16:creationId xmlns:a16="http://schemas.microsoft.com/office/drawing/2014/main" id="{E7FF53CC-6C27-0478-029C-2BD2F9406D52}"/>
                </a:ext>
              </a:extLst>
            </p:cNvPr>
            <p:cNvSpPr/>
            <p:nvPr/>
          </p:nvSpPr>
          <p:spPr>
            <a:xfrm rot="5400000">
              <a:off x="10598558" y="12835747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904" name="Google Shape;68;p15">
              <a:extLst>
                <a:ext uri="{FF2B5EF4-FFF2-40B4-BE49-F238E27FC236}">
                  <a16:creationId xmlns:a16="http://schemas.microsoft.com/office/drawing/2014/main" id="{7865E63C-976E-5CD4-4813-65A5681C9DAB}"/>
                </a:ext>
              </a:extLst>
            </p:cNvPr>
            <p:cNvSpPr/>
            <p:nvPr/>
          </p:nvSpPr>
          <p:spPr>
            <a:xfrm rot="5400000">
              <a:off x="11067914" y="12835748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905" name="Google Shape;69;p15">
              <a:extLst>
                <a:ext uri="{FF2B5EF4-FFF2-40B4-BE49-F238E27FC236}">
                  <a16:creationId xmlns:a16="http://schemas.microsoft.com/office/drawing/2014/main" id="{3F88F467-AAFB-D65A-2BC2-C7BA16BF7B68}"/>
                </a:ext>
              </a:extLst>
            </p:cNvPr>
            <p:cNvSpPr/>
            <p:nvPr/>
          </p:nvSpPr>
          <p:spPr>
            <a:xfrm rot="5400000">
              <a:off x="11537266" y="12834117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906" name="Đường nối Thẳng 905">
              <a:extLst>
                <a:ext uri="{FF2B5EF4-FFF2-40B4-BE49-F238E27FC236}">
                  <a16:creationId xmlns:a16="http://schemas.microsoft.com/office/drawing/2014/main" id="{A0B5AD5D-8FDF-1165-A362-2107FC69E9A4}"/>
                </a:ext>
              </a:extLst>
            </p:cNvPr>
            <p:cNvCxnSpPr>
              <a:cxnSpLocks/>
              <a:stCxn id="63" idx="2"/>
            </p:cNvCxnSpPr>
            <p:nvPr/>
          </p:nvCxnSpPr>
          <p:spPr>
            <a:xfrm flipH="1">
              <a:off x="10866337" y="13044304"/>
              <a:ext cx="159844" cy="1505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07" name="Google Shape;66;p15">
              <a:extLst>
                <a:ext uri="{FF2B5EF4-FFF2-40B4-BE49-F238E27FC236}">
                  <a16:creationId xmlns:a16="http://schemas.microsoft.com/office/drawing/2014/main" id="{E61E3118-CD92-0E54-1CDC-B33E09B98D17}"/>
                </a:ext>
              </a:extLst>
            </p:cNvPr>
            <p:cNvSpPr/>
            <p:nvPr/>
          </p:nvSpPr>
          <p:spPr>
            <a:xfrm rot="5400000">
              <a:off x="10586532" y="14187278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908" name="Google Shape;68;p15">
              <a:extLst>
                <a:ext uri="{FF2B5EF4-FFF2-40B4-BE49-F238E27FC236}">
                  <a16:creationId xmlns:a16="http://schemas.microsoft.com/office/drawing/2014/main" id="{D198CAEC-D2DF-11C1-67D4-11047B8CA713}"/>
                </a:ext>
              </a:extLst>
            </p:cNvPr>
            <p:cNvSpPr/>
            <p:nvPr/>
          </p:nvSpPr>
          <p:spPr>
            <a:xfrm rot="5400000">
              <a:off x="11055888" y="14187279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909" name="Google Shape;69;p15">
              <a:extLst>
                <a:ext uri="{FF2B5EF4-FFF2-40B4-BE49-F238E27FC236}">
                  <a16:creationId xmlns:a16="http://schemas.microsoft.com/office/drawing/2014/main" id="{76820A8D-BC23-215B-3ADE-9949269F6C77}"/>
                </a:ext>
              </a:extLst>
            </p:cNvPr>
            <p:cNvSpPr/>
            <p:nvPr/>
          </p:nvSpPr>
          <p:spPr>
            <a:xfrm rot="5400000">
              <a:off x="11525240" y="14185648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910" name="Đường nối Thẳng 909">
              <a:extLst>
                <a:ext uri="{FF2B5EF4-FFF2-40B4-BE49-F238E27FC236}">
                  <a16:creationId xmlns:a16="http://schemas.microsoft.com/office/drawing/2014/main" id="{655EE36B-6990-6473-4011-D56076BDC5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18737" y="13196704"/>
              <a:ext cx="159844" cy="1505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1" name="Đường nối Thẳng 910">
              <a:extLst>
                <a:ext uri="{FF2B5EF4-FFF2-40B4-BE49-F238E27FC236}">
                  <a16:creationId xmlns:a16="http://schemas.microsoft.com/office/drawing/2014/main" id="{819EC27C-3ACC-7C3E-DE6A-06CA2D99DA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57871" y="14369338"/>
              <a:ext cx="159844" cy="1505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912" name="Nhóm 911">
              <a:extLst>
                <a:ext uri="{FF2B5EF4-FFF2-40B4-BE49-F238E27FC236}">
                  <a16:creationId xmlns:a16="http://schemas.microsoft.com/office/drawing/2014/main" id="{EBE61B9D-930A-DD36-951B-F4483A3EE498}"/>
                </a:ext>
              </a:extLst>
            </p:cNvPr>
            <p:cNvGrpSpPr/>
            <p:nvPr/>
          </p:nvGrpSpPr>
          <p:grpSpPr>
            <a:xfrm>
              <a:off x="12774230" y="9538830"/>
              <a:ext cx="417112" cy="1260475"/>
              <a:chOff x="13018859" y="8710508"/>
              <a:chExt cx="417112" cy="1260475"/>
            </a:xfrm>
          </p:grpSpPr>
          <p:grpSp>
            <p:nvGrpSpPr>
              <p:cNvPr id="1052" name="Nhóm 1051">
                <a:extLst>
                  <a:ext uri="{FF2B5EF4-FFF2-40B4-BE49-F238E27FC236}">
                    <a16:creationId xmlns:a16="http://schemas.microsoft.com/office/drawing/2014/main" id="{6A78C240-AE83-93CC-DDCC-D7C39D95F40F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056" name="Hình chữ nhật: Góc Tròn 1055">
                  <a:extLst>
                    <a:ext uri="{FF2B5EF4-FFF2-40B4-BE49-F238E27FC236}">
                      <a16:creationId xmlns:a16="http://schemas.microsoft.com/office/drawing/2014/main" id="{2FFADB57-657C-2617-7BB2-D5A960219BEA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681"/>
                  </a:avLst>
                </a:prstGeom>
                <a:solidFill>
                  <a:srgbClr val="0033C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1057" name="Hình Bầu dục 1056">
                  <a:extLst>
                    <a:ext uri="{FF2B5EF4-FFF2-40B4-BE49-F238E27FC236}">
                      <a16:creationId xmlns:a16="http://schemas.microsoft.com/office/drawing/2014/main" id="{AD270002-473F-0287-DDF2-7537F5D579D2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33CC"/>
                    </a:solidFill>
                  </a:endParaRPr>
                </a:p>
              </p:txBody>
            </p:sp>
          </p:grpSp>
          <p:sp>
            <p:nvSpPr>
              <p:cNvPr id="1053" name="Hình Bầu dục 1052">
                <a:extLst>
                  <a:ext uri="{FF2B5EF4-FFF2-40B4-BE49-F238E27FC236}">
                    <a16:creationId xmlns:a16="http://schemas.microsoft.com/office/drawing/2014/main" id="{3FA72BFC-FF2A-B4C1-FE9C-7464E8AEBB30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33CC"/>
                  </a:solidFill>
                </a:endParaRPr>
              </a:p>
            </p:txBody>
          </p:sp>
          <p:sp>
            <p:nvSpPr>
              <p:cNvPr id="1054" name="Hình Bầu dục 1053">
                <a:extLst>
                  <a:ext uri="{FF2B5EF4-FFF2-40B4-BE49-F238E27FC236}">
                    <a16:creationId xmlns:a16="http://schemas.microsoft.com/office/drawing/2014/main" id="{E8382CC0-4A78-6D87-8FC3-D55F3DC81929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33CC"/>
                  </a:solidFill>
                </a:endParaRPr>
              </a:p>
            </p:txBody>
          </p:sp>
          <p:sp>
            <p:nvSpPr>
              <p:cNvPr id="1055" name="Hình Bầu dục 1054">
                <a:extLst>
                  <a:ext uri="{FF2B5EF4-FFF2-40B4-BE49-F238E27FC236}">
                    <a16:creationId xmlns:a16="http://schemas.microsoft.com/office/drawing/2014/main" id="{499E2C77-ADE0-4F57-8A6D-4126004BB993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33CC"/>
                  </a:solidFill>
                </a:endParaRPr>
              </a:p>
            </p:txBody>
          </p:sp>
        </p:grpSp>
        <p:grpSp>
          <p:nvGrpSpPr>
            <p:cNvPr id="913" name="Nhóm 912">
              <a:extLst>
                <a:ext uri="{FF2B5EF4-FFF2-40B4-BE49-F238E27FC236}">
                  <a16:creationId xmlns:a16="http://schemas.microsoft.com/office/drawing/2014/main" id="{8AEC215E-BCB1-85D1-7248-FFE19C1432FD}"/>
                </a:ext>
              </a:extLst>
            </p:cNvPr>
            <p:cNvGrpSpPr/>
            <p:nvPr/>
          </p:nvGrpSpPr>
          <p:grpSpPr>
            <a:xfrm>
              <a:off x="12763555" y="11000624"/>
              <a:ext cx="417112" cy="1260475"/>
              <a:chOff x="13018859" y="8710508"/>
              <a:chExt cx="417112" cy="1260475"/>
            </a:xfrm>
          </p:grpSpPr>
          <p:grpSp>
            <p:nvGrpSpPr>
              <p:cNvPr id="1046" name="Nhóm 1045">
                <a:extLst>
                  <a:ext uri="{FF2B5EF4-FFF2-40B4-BE49-F238E27FC236}">
                    <a16:creationId xmlns:a16="http://schemas.microsoft.com/office/drawing/2014/main" id="{A7951936-0AB9-B4AF-8D73-99224C924124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050" name="Hình chữ nhật: Góc Tròn 1049">
                  <a:extLst>
                    <a:ext uri="{FF2B5EF4-FFF2-40B4-BE49-F238E27FC236}">
                      <a16:creationId xmlns:a16="http://schemas.microsoft.com/office/drawing/2014/main" id="{ACE4CC30-6FEB-770A-EA20-D03A8C1E584B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376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51" name="Hình Bầu dục 1050">
                  <a:extLst>
                    <a:ext uri="{FF2B5EF4-FFF2-40B4-BE49-F238E27FC236}">
                      <a16:creationId xmlns:a16="http://schemas.microsoft.com/office/drawing/2014/main" id="{DD246EFC-4FA4-17FF-EF76-6CF79F1DB149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7" name="Hình Bầu dục 1046">
                <a:extLst>
                  <a:ext uri="{FF2B5EF4-FFF2-40B4-BE49-F238E27FC236}">
                    <a16:creationId xmlns:a16="http://schemas.microsoft.com/office/drawing/2014/main" id="{E87A357C-671F-9EEA-CE7A-154C154D5B96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8" name="Hình Bầu dục 1047">
                <a:extLst>
                  <a:ext uri="{FF2B5EF4-FFF2-40B4-BE49-F238E27FC236}">
                    <a16:creationId xmlns:a16="http://schemas.microsoft.com/office/drawing/2014/main" id="{5C448A95-7CA8-E79B-72E9-F9E526D8A61E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9" name="Hình Bầu dục 1048">
                <a:extLst>
                  <a:ext uri="{FF2B5EF4-FFF2-40B4-BE49-F238E27FC236}">
                    <a16:creationId xmlns:a16="http://schemas.microsoft.com/office/drawing/2014/main" id="{734F663A-E430-F590-DBE4-6FC1601EB574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14" name="Nhóm 913">
              <a:extLst>
                <a:ext uri="{FF2B5EF4-FFF2-40B4-BE49-F238E27FC236}">
                  <a16:creationId xmlns:a16="http://schemas.microsoft.com/office/drawing/2014/main" id="{94CD13E5-444D-A314-2757-98A9D3F44430}"/>
                </a:ext>
              </a:extLst>
            </p:cNvPr>
            <p:cNvGrpSpPr/>
            <p:nvPr/>
          </p:nvGrpSpPr>
          <p:grpSpPr>
            <a:xfrm>
              <a:off x="12763555" y="12422684"/>
              <a:ext cx="417112" cy="1260475"/>
              <a:chOff x="13018859" y="8710508"/>
              <a:chExt cx="417112" cy="1260475"/>
            </a:xfrm>
          </p:grpSpPr>
          <p:grpSp>
            <p:nvGrpSpPr>
              <p:cNvPr id="1040" name="Nhóm 1039">
                <a:extLst>
                  <a:ext uri="{FF2B5EF4-FFF2-40B4-BE49-F238E27FC236}">
                    <a16:creationId xmlns:a16="http://schemas.microsoft.com/office/drawing/2014/main" id="{B2CCA6C8-E4D2-E3BB-16A7-F4D16423E65F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044" name="Hình chữ nhật: Góc Tròn 1043">
                  <a:extLst>
                    <a:ext uri="{FF2B5EF4-FFF2-40B4-BE49-F238E27FC236}">
                      <a16:creationId xmlns:a16="http://schemas.microsoft.com/office/drawing/2014/main" id="{980DFF06-47C5-6C57-6077-5ECB47542439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681"/>
                  </a:avLst>
                </a:prstGeom>
                <a:solidFill>
                  <a:srgbClr val="FF740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45" name="Hình Bầu dục 1044">
                  <a:extLst>
                    <a:ext uri="{FF2B5EF4-FFF2-40B4-BE49-F238E27FC236}">
                      <a16:creationId xmlns:a16="http://schemas.microsoft.com/office/drawing/2014/main" id="{2BF65B4F-2586-A5C5-57D4-D5E30518114B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1" name="Hình Bầu dục 1040">
                <a:extLst>
                  <a:ext uri="{FF2B5EF4-FFF2-40B4-BE49-F238E27FC236}">
                    <a16:creationId xmlns:a16="http://schemas.microsoft.com/office/drawing/2014/main" id="{F9FCD13C-5D9B-ACF1-DEA8-416C6623A80C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2" name="Hình Bầu dục 1041">
                <a:extLst>
                  <a:ext uri="{FF2B5EF4-FFF2-40B4-BE49-F238E27FC236}">
                    <a16:creationId xmlns:a16="http://schemas.microsoft.com/office/drawing/2014/main" id="{55F50BEE-6652-C019-90ED-C077B070A882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3" name="Hình Bầu dục 1042">
                <a:extLst>
                  <a:ext uri="{FF2B5EF4-FFF2-40B4-BE49-F238E27FC236}">
                    <a16:creationId xmlns:a16="http://schemas.microsoft.com/office/drawing/2014/main" id="{36B778C1-6701-2591-13BD-EFDF21229933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15" name="Nhóm 914">
              <a:extLst>
                <a:ext uri="{FF2B5EF4-FFF2-40B4-BE49-F238E27FC236}">
                  <a16:creationId xmlns:a16="http://schemas.microsoft.com/office/drawing/2014/main" id="{EF15E93A-2178-CC31-FEED-588321730C08}"/>
                </a:ext>
              </a:extLst>
            </p:cNvPr>
            <p:cNvGrpSpPr/>
            <p:nvPr/>
          </p:nvGrpSpPr>
          <p:grpSpPr>
            <a:xfrm>
              <a:off x="12765386" y="13769907"/>
              <a:ext cx="417112" cy="1260475"/>
              <a:chOff x="13018859" y="8710508"/>
              <a:chExt cx="417112" cy="1260475"/>
            </a:xfrm>
          </p:grpSpPr>
          <p:grpSp>
            <p:nvGrpSpPr>
              <p:cNvPr id="1027" name="Nhóm 1026">
                <a:extLst>
                  <a:ext uri="{FF2B5EF4-FFF2-40B4-BE49-F238E27FC236}">
                    <a16:creationId xmlns:a16="http://schemas.microsoft.com/office/drawing/2014/main" id="{690070FA-BDA4-603A-0C02-98D0BA0421D7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038" name="Hình chữ nhật: Góc Tròn 1037">
                  <a:extLst>
                    <a:ext uri="{FF2B5EF4-FFF2-40B4-BE49-F238E27FC236}">
                      <a16:creationId xmlns:a16="http://schemas.microsoft.com/office/drawing/2014/main" id="{07CB8EC1-9E78-21E6-2698-3F04275F3628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376"/>
                  </a:avLst>
                </a:prstGeom>
                <a:solidFill>
                  <a:srgbClr val="9900F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39" name="Hình Bầu dục 1038">
                  <a:extLst>
                    <a:ext uri="{FF2B5EF4-FFF2-40B4-BE49-F238E27FC236}">
                      <a16:creationId xmlns:a16="http://schemas.microsoft.com/office/drawing/2014/main" id="{3E82D1BC-CDC7-3663-A46A-ECFE80F92364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28" name="Hình Bầu dục 1027">
                <a:extLst>
                  <a:ext uri="{FF2B5EF4-FFF2-40B4-BE49-F238E27FC236}">
                    <a16:creationId xmlns:a16="http://schemas.microsoft.com/office/drawing/2014/main" id="{F1426C99-85C0-46FC-10A8-36DC5C5DDF4B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9" name="Hình Bầu dục 1028">
                <a:extLst>
                  <a:ext uri="{FF2B5EF4-FFF2-40B4-BE49-F238E27FC236}">
                    <a16:creationId xmlns:a16="http://schemas.microsoft.com/office/drawing/2014/main" id="{D4D32039-4E6A-FA07-E485-B3F20305C993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0" name="Hình Bầu dục 1029">
                <a:extLst>
                  <a:ext uri="{FF2B5EF4-FFF2-40B4-BE49-F238E27FC236}">
                    <a16:creationId xmlns:a16="http://schemas.microsoft.com/office/drawing/2014/main" id="{D4985BDE-8D1B-3AA9-3775-7335E5AE2EED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16" name="Đường nối Thẳng 915">
              <a:extLst>
                <a:ext uri="{FF2B5EF4-FFF2-40B4-BE49-F238E27FC236}">
                  <a16:creationId xmlns:a16="http://schemas.microsoft.com/office/drawing/2014/main" id="{3B863FEA-ED5F-AFE0-F80C-D2A0C76C59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92772" y="10227337"/>
              <a:ext cx="359765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7" name="Đường nối Thẳng 916">
              <a:extLst>
                <a:ext uri="{FF2B5EF4-FFF2-40B4-BE49-F238E27FC236}">
                  <a16:creationId xmlns:a16="http://schemas.microsoft.com/office/drawing/2014/main" id="{490DA6D9-9DD4-1155-2CCD-19C0D3AEB2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03790" y="11632490"/>
              <a:ext cx="359765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8" name="Đường nối Thẳng 917">
              <a:extLst>
                <a:ext uri="{FF2B5EF4-FFF2-40B4-BE49-F238E27FC236}">
                  <a16:creationId xmlns:a16="http://schemas.microsoft.com/office/drawing/2014/main" id="{3C890EF8-8349-7C5A-2269-AACCB75A55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82001" y="13044303"/>
              <a:ext cx="381554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9" name="Đường nối Thẳng 918">
              <a:extLst>
                <a:ext uri="{FF2B5EF4-FFF2-40B4-BE49-F238E27FC236}">
                  <a16:creationId xmlns:a16="http://schemas.microsoft.com/office/drawing/2014/main" id="{11983E42-4AA4-D24C-1735-35B4828A0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75161" y="14394204"/>
              <a:ext cx="359765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21" name="Google Shape;66;p15">
              <a:extLst>
                <a:ext uri="{FF2B5EF4-FFF2-40B4-BE49-F238E27FC236}">
                  <a16:creationId xmlns:a16="http://schemas.microsoft.com/office/drawing/2014/main" id="{188DC8AB-1D55-30EF-08BC-2D5ECEB476A6}"/>
                </a:ext>
              </a:extLst>
            </p:cNvPr>
            <p:cNvSpPr/>
            <p:nvPr/>
          </p:nvSpPr>
          <p:spPr>
            <a:xfrm rot="5400000">
              <a:off x="14333062" y="10026835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922" name="Google Shape;68;p15">
              <a:extLst>
                <a:ext uri="{FF2B5EF4-FFF2-40B4-BE49-F238E27FC236}">
                  <a16:creationId xmlns:a16="http://schemas.microsoft.com/office/drawing/2014/main" id="{4EB6F6F4-0DA8-FEF3-523D-01C43F7D80F3}"/>
                </a:ext>
              </a:extLst>
            </p:cNvPr>
            <p:cNvSpPr/>
            <p:nvPr/>
          </p:nvSpPr>
          <p:spPr>
            <a:xfrm rot="5400000">
              <a:off x="14802418" y="10026836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923" name="Google Shape;69;p15">
              <a:extLst>
                <a:ext uri="{FF2B5EF4-FFF2-40B4-BE49-F238E27FC236}">
                  <a16:creationId xmlns:a16="http://schemas.microsoft.com/office/drawing/2014/main" id="{A447EB7E-AEB5-6226-C5E2-BBD6AB68621C}"/>
                </a:ext>
              </a:extLst>
            </p:cNvPr>
            <p:cNvSpPr/>
            <p:nvPr/>
          </p:nvSpPr>
          <p:spPr>
            <a:xfrm rot="5400000">
              <a:off x="15271770" y="10025205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sp>
          <p:nvSpPr>
            <p:cNvPr id="924" name="Google Shape;66;p15">
              <a:extLst>
                <a:ext uri="{FF2B5EF4-FFF2-40B4-BE49-F238E27FC236}">
                  <a16:creationId xmlns:a16="http://schemas.microsoft.com/office/drawing/2014/main" id="{E5DCCE49-D14B-645C-DA1D-1DBD159FD739}"/>
                </a:ext>
              </a:extLst>
            </p:cNvPr>
            <p:cNvSpPr/>
            <p:nvPr/>
          </p:nvSpPr>
          <p:spPr>
            <a:xfrm rot="5400000">
              <a:off x="14333063" y="14255590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925" name="Google Shape;68;p15">
              <a:extLst>
                <a:ext uri="{FF2B5EF4-FFF2-40B4-BE49-F238E27FC236}">
                  <a16:creationId xmlns:a16="http://schemas.microsoft.com/office/drawing/2014/main" id="{D8A58412-0867-60E7-A9E0-495D5EB5D8D5}"/>
                </a:ext>
              </a:extLst>
            </p:cNvPr>
            <p:cNvSpPr/>
            <p:nvPr/>
          </p:nvSpPr>
          <p:spPr>
            <a:xfrm rot="5400000">
              <a:off x="14802419" y="14255591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926" name="Google Shape;69;p15">
              <a:extLst>
                <a:ext uri="{FF2B5EF4-FFF2-40B4-BE49-F238E27FC236}">
                  <a16:creationId xmlns:a16="http://schemas.microsoft.com/office/drawing/2014/main" id="{C380FA91-45C1-30AD-7677-2160378D3C05}"/>
                </a:ext>
              </a:extLst>
            </p:cNvPr>
            <p:cNvSpPr/>
            <p:nvPr/>
          </p:nvSpPr>
          <p:spPr>
            <a:xfrm rot="5400000">
              <a:off x="15271771" y="14253960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sp>
          <p:nvSpPr>
            <p:cNvPr id="927" name="Google Shape;66;p15">
              <a:extLst>
                <a:ext uri="{FF2B5EF4-FFF2-40B4-BE49-F238E27FC236}">
                  <a16:creationId xmlns:a16="http://schemas.microsoft.com/office/drawing/2014/main" id="{81D75DE3-1962-0ABB-6E53-6621222618AB}"/>
                </a:ext>
              </a:extLst>
            </p:cNvPr>
            <p:cNvSpPr/>
            <p:nvPr/>
          </p:nvSpPr>
          <p:spPr>
            <a:xfrm rot="5400000">
              <a:off x="15860990" y="10022615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928" name="Google Shape;68;p15">
              <a:extLst>
                <a:ext uri="{FF2B5EF4-FFF2-40B4-BE49-F238E27FC236}">
                  <a16:creationId xmlns:a16="http://schemas.microsoft.com/office/drawing/2014/main" id="{13A0477A-D6EB-A513-F5E6-1683736CE1FA}"/>
                </a:ext>
              </a:extLst>
            </p:cNvPr>
            <p:cNvSpPr/>
            <p:nvPr/>
          </p:nvSpPr>
          <p:spPr>
            <a:xfrm rot="5400000">
              <a:off x="16330346" y="10022616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929" name="Google Shape;69;p15">
              <a:extLst>
                <a:ext uri="{FF2B5EF4-FFF2-40B4-BE49-F238E27FC236}">
                  <a16:creationId xmlns:a16="http://schemas.microsoft.com/office/drawing/2014/main" id="{40ED1621-2F52-1134-5B2E-A7B0F5211AA7}"/>
                </a:ext>
              </a:extLst>
            </p:cNvPr>
            <p:cNvSpPr/>
            <p:nvPr/>
          </p:nvSpPr>
          <p:spPr>
            <a:xfrm rot="5400000">
              <a:off x="16799698" y="10020985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930" name="Đường nối Thẳng 929">
              <a:extLst>
                <a:ext uri="{FF2B5EF4-FFF2-40B4-BE49-F238E27FC236}">
                  <a16:creationId xmlns:a16="http://schemas.microsoft.com/office/drawing/2014/main" id="{264420B0-911E-3095-4CE5-AC03C398C2BA}"/>
                </a:ext>
              </a:extLst>
            </p:cNvPr>
            <p:cNvCxnSpPr>
              <a:cxnSpLocks/>
              <a:stCxn id="927" idx="2"/>
              <a:endCxn id="923" idx="0"/>
            </p:cNvCxnSpPr>
            <p:nvPr/>
          </p:nvCxnSpPr>
          <p:spPr>
            <a:xfrm flipH="1">
              <a:off x="16116504" y="10231172"/>
              <a:ext cx="172109" cy="2589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32" name="Google Shape;66;p15">
              <a:extLst>
                <a:ext uri="{FF2B5EF4-FFF2-40B4-BE49-F238E27FC236}">
                  <a16:creationId xmlns:a16="http://schemas.microsoft.com/office/drawing/2014/main" id="{D95CADDD-A0D6-7242-8499-5D8B007EA645}"/>
                </a:ext>
              </a:extLst>
            </p:cNvPr>
            <p:cNvSpPr/>
            <p:nvPr/>
          </p:nvSpPr>
          <p:spPr>
            <a:xfrm rot="5400000">
              <a:off x="15838195" y="14272396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933" name="Google Shape;68;p15">
              <a:extLst>
                <a:ext uri="{FF2B5EF4-FFF2-40B4-BE49-F238E27FC236}">
                  <a16:creationId xmlns:a16="http://schemas.microsoft.com/office/drawing/2014/main" id="{834B2B1D-303B-9B57-1C80-7B59F0E65DDC}"/>
                </a:ext>
              </a:extLst>
            </p:cNvPr>
            <p:cNvSpPr/>
            <p:nvPr/>
          </p:nvSpPr>
          <p:spPr>
            <a:xfrm rot="5400000">
              <a:off x="16307551" y="14272397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934" name="Google Shape;69;p15">
              <a:extLst>
                <a:ext uri="{FF2B5EF4-FFF2-40B4-BE49-F238E27FC236}">
                  <a16:creationId xmlns:a16="http://schemas.microsoft.com/office/drawing/2014/main" id="{4254EBC1-F35C-6B12-8650-CA9CCC80419A}"/>
                </a:ext>
              </a:extLst>
            </p:cNvPr>
            <p:cNvSpPr/>
            <p:nvPr/>
          </p:nvSpPr>
          <p:spPr>
            <a:xfrm rot="5400000">
              <a:off x="16776903" y="14270766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935" name="Đường nối Thẳng 934">
              <a:extLst>
                <a:ext uri="{FF2B5EF4-FFF2-40B4-BE49-F238E27FC236}">
                  <a16:creationId xmlns:a16="http://schemas.microsoft.com/office/drawing/2014/main" id="{F36ADB30-C4DB-F29D-1BB2-2159E3859C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109534" y="14454456"/>
              <a:ext cx="159844" cy="1505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6" name="Đường nối Thẳng 935">
              <a:extLst>
                <a:ext uri="{FF2B5EF4-FFF2-40B4-BE49-F238E27FC236}">
                  <a16:creationId xmlns:a16="http://schemas.microsoft.com/office/drawing/2014/main" id="{76AE872A-FD76-651B-5CF8-E2618B9C4A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26824" y="14479322"/>
              <a:ext cx="250013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7" name="Đường nối Thẳng 936">
              <a:extLst>
                <a:ext uri="{FF2B5EF4-FFF2-40B4-BE49-F238E27FC236}">
                  <a16:creationId xmlns:a16="http://schemas.microsoft.com/office/drawing/2014/main" id="{28962BB5-94B6-66AC-B6ED-E1B898971D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50106" y="10212157"/>
              <a:ext cx="224612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940" name="Nhóm 939">
              <a:extLst>
                <a:ext uri="{FF2B5EF4-FFF2-40B4-BE49-F238E27FC236}">
                  <a16:creationId xmlns:a16="http://schemas.microsoft.com/office/drawing/2014/main" id="{F176B682-02DE-C00E-2992-CAF2505874B1}"/>
                </a:ext>
              </a:extLst>
            </p:cNvPr>
            <p:cNvGrpSpPr/>
            <p:nvPr/>
          </p:nvGrpSpPr>
          <p:grpSpPr>
            <a:xfrm>
              <a:off x="12752537" y="15254005"/>
              <a:ext cx="417112" cy="1260475"/>
              <a:chOff x="13018859" y="8710508"/>
              <a:chExt cx="417112" cy="1260475"/>
            </a:xfrm>
          </p:grpSpPr>
          <p:grpSp>
            <p:nvGrpSpPr>
              <p:cNvPr id="189" name="Nhóm 188">
                <a:extLst>
                  <a:ext uri="{FF2B5EF4-FFF2-40B4-BE49-F238E27FC236}">
                    <a16:creationId xmlns:a16="http://schemas.microsoft.com/office/drawing/2014/main" id="{8C775011-3F67-4A8C-AEC5-CF010AA2D52D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025" name="Hình chữ nhật: Góc Tròn 1024">
                  <a:extLst>
                    <a:ext uri="{FF2B5EF4-FFF2-40B4-BE49-F238E27FC236}">
                      <a16:creationId xmlns:a16="http://schemas.microsoft.com/office/drawing/2014/main" id="{B093035C-B627-628C-DB45-E25EFA07F0F3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681"/>
                  </a:avLst>
                </a:prstGeom>
                <a:solidFill>
                  <a:srgbClr val="F2AA8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26" name="Hình Bầu dục 1025">
                  <a:extLst>
                    <a:ext uri="{FF2B5EF4-FFF2-40B4-BE49-F238E27FC236}">
                      <a16:creationId xmlns:a16="http://schemas.microsoft.com/office/drawing/2014/main" id="{144F4548-812B-E6CE-0B2D-C23DC574B4D3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0" name="Hình Bầu dục 189">
                <a:extLst>
                  <a:ext uri="{FF2B5EF4-FFF2-40B4-BE49-F238E27FC236}">
                    <a16:creationId xmlns:a16="http://schemas.microsoft.com/office/drawing/2014/main" id="{907325C9-5DC3-2A0A-4A94-84769B25CEB3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Hình Bầu dục 190">
                <a:extLst>
                  <a:ext uri="{FF2B5EF4-FFF2-40B4-BE49-F238E27FC236}">
                    <a16:creationId xmlns:a16="http://schemas.microsoft.com/office/drawing/2014/main" id="{DEE00BBE-D075-60C8-E236-23728FD898C6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4" name="Hình Bầu dục 1023">
                <a:extLst>
                  <a:ext uri="{FF2B5EF4-FFF2-40B4-BE49-F238E27FC236}">
                    <a16:creationId xmlns:a16="http://schemas.microsoft.com/office/drawing/2014/main" id="{7ADEBA53-68D4-D0A0-4F70-99C19426F373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41" name="Đường nối Thẳng 940">
              <a:extLst>
                <a:ext uri="{FF2B5EF4-FFF2-40B4-BE49-F238E27FC236}">
                  <a16:creationId xmlns:a16="http://schemas.microsoft.com/office/drawing/2014/main" id="{50DB386E-03B2-B0A2-2819-75ED5A94CA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03794" y="15906765"/>
              <a:ext cx="4470436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2" name="Đường nối Thẳng 941">
              <a:extLst>
                <a:ext uri="{FF2B5EF4-FFF2-40B4-BE49-F238E27FC236}">
                  <a16:creationId xmlns:a16="http://schemas.microsoft.com/office/drawing/2014/main" id="{A5BFB241-5B92-F4A1-C556-7F3740ADC7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7414" y="8724870"/>
              <a:ext cx="3783749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943" name="Nhóm 942">
              <a:extLst>
                <a:ext uri="{FF2B5EF4-FFF2-40B4-BE49-F238E27FC236}">
                  <a16:creationId xmlns:a16="http://schemas.microsoft.com/office/drawing/2014/main" id="{964045C9-8A82-D872-83E4-6024F917AF3B}"/>
                </a:ext>
              </a:extLst>
            </p:cNvPr>
            <p:cNvGrpSpPr/>
            <p:nvPr/>
          </p:nvGrpSpPr>
          <p:grpSpPr>
            <a:xfrm>
              <a:off x="12789336" y="8070522"/>
              <a:ext cx="417112" cy="1260475"/>
              <a:chOff x="13018859" y="8710508"/>
              <a:chExt cx="417112" cy="1260475"/>
            </a:xfrm>
          </p:grpSpPr>
          <p:grpSp>
            <p:nvGrpSpPr>
              <p:cNvPr id="176" name="Nhóm 175">
                <a:extLst>
                  <a:ext uri="{FF2B5EF4-FFF2-40B4-BE49-F238E27FC236}">
                    <a16:creationId xmlns:a16="http://schemas.microsoft.com/office/drawing/2014/main" id="{2E03BE44-12DC-8E75-2F55-6AEBE53C9B0F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80" name="Hình chữ nhật: Góc Tròn 179">
                  <a:extLst>
                    <a:ext uri="{FF2B5EF4-FFF2-40B4-BE49-F238E27FC236}">
                      <a16:creationId xmlns:a16="http://schemas.microsoft.com/office/drawing/2014/main" id="{4786B6AD-9689-0D3E-5ADA-B97E747863A7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681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Hình Bầu dục 187">
                  <a:extLst>
                    <a:ext uri="{FF2B5EF4-FFF2-40B4-BE49-F238E27FC236}">
                      <a16:creationId xmlns:a16="http://schemas.microsoft.com/office/drawing/2014/main" id="{0D5EE9E4-ACB8-493C-2DEC-C43855E11E9D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7" name="Hình Bầu dục 176">
                <a:extLst>
                  <a:ext uri="{FF2B5EF4-FFF2-40B4-BE49-F238E27FC236}">
                    <a16:creationId xmlns:a16="http://schemas.microsoft.com/office/drawing/2014/main" id="{41438327-B691-5C32-3AE3-FE364BCC3256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Hình Bầu dục 177">
                <a:extLst>
                  <a:ext uri="{FF2B5EF4-FFF2-40B4-BE49-F238E27FC236}">
                    <a16:creationId xmlns:a16="http://schemas.microsoft.com/office/drawing/2014/main" id="{15F2DF56-ED8C-A1E2-1933-2B655B62821E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Hình Bầu dục 178">
                <a:extLst>
                  <a:ext uri="{FF2B5EF4-FFF2-40B4-BE49-F238E27FC236}">
                    <a16:creationId xmlns:a16="http://schemas.microsoft.com/office/drawing/2014/main" id="{B63284FC-8AD0-4939-E398-2EAC9E3A74A9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44" name="Đường nối Thẳng 943">
              <a:extLst>
                <a:ext uri="{FF2B5EF4-FFF2-40B4-BE49-F238E27FC236}">
                  <a16:creationId xmlns:a16="http://schemas.microsoft.com/office/drawing/2014/main" id="{BED4186E-64E8-C430-1596-D047C1569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07917" y="8717738"/>
              <a:ext cx="0" cy="8899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945" name="Nhóm 944">
              <a:extLst>
                <a:ext uri="{FF2B5EF4-FFF2-40B4-BE49-F238E27FC236}">
                  <a16:creationId xmlns:a16="http://schemas.microsoft.com/office/drawing/2014/main" id="{D8C4F22D-BBF2-7643-490E-9D6BAC8C8504}"/>
                </a:ext>
              </a:extLst>
            </p:cNvPr>
            <p:cNvGrpSpPr/>
            <p:nvPr/>
          </p:nvGrpSpPr>
          <p:grpSpPr>
            <a:xfrm>
              <a:off x="13802600" y="8023483"/>
              <a:ext cx="578798" cy="4249497"/>
              <a:chOff x="14451419" y="7145878"/>
              <a:chExt cx="578798" cy="4249497"/>
            </a:xfrm>
          </p:grpSpPr>
          <p:sp>
            <p:nvSpPr>
              <p:cNvPr id="140" name="Google Shape;65;p15">
                <a:extLst>
                  <a:ext uri="{FF2B5EF4-FFF2-40B4-BE49-F238E27FC236}">
                    <a16:creationId xmlns:a16="http://schemas.microsoft.com/office/drawing/2014/main" id="{FC661F12-CE2B-10B7-F380-D747D20F8237}"/>
                  </a:ext>
                </a:extLst>
              </p:cNvPr>
              <p:cNvSpPr/>
              <p:nvPr/>
            </p:nvSpPr>
            <p:spPr>
              <a:xfrm rot="5400000">
                <a:off x="12616069" y="8981228"/>
                <a:ext cx="4249497" cy="578798"/>
              </a:xfrm>
              <a:prstGeom prst="roundRect">
                <a:avLst>
                  <a:gd name="adj" fmla="val 35331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41" name="Nhóm 140">
                <a:extLst>
                  <a:ext uri="{FF2B5EF4-FFF2-40B4-BE49-F238E27FC236}">
                    <a16:creationId xmlns:a16="http://schemas.microsoft.com/office/drawing/2014/main" id="{BA5C1D1E-C43D-9847-5E2A-6ADA2C1FE564}"/>
                  </a:ext>
                </a:extLst>
              </p:cNvPr>
              <p:cNvGrpSpPr/>
              <p:nvPr/>
            </p:nvGrpSpPr>
            <p:grpSpPr>
              <a:xfrm>
                <a:off x="14529700" y="8661225"/>
                <a:ext cx="417112" cy="1260475"/>
                <a:chOff x="13018859" y="8710508"/>
                <a:chExt cx="417112" cy="1260475"/>
              </a:xfrm>
            </p:grpSpPr>
            <p:grpSp>
              <p:nvGrpSpPr>
                <p:cNvPr id="159" name="Nhóm 158">
                  <a:extLst>
                    <a:ext uri="{FF2B5EF4-FFF2-40B4-BE49-F238E27FC236}">
                      <a16:creationId xmlns:a16="http://schemas.microsoft.com/office/drawing/2014/main" id="{858AA13A-C4F5-25D5-6905-2D94E3D66967}"/>
                    </a:ext>
                  </a:extLst>
                </p:cNvPr>
                <p:cNvGrpSpPr/>
                <p:nvPr/>
              </p:nvGrpSpPr>
              <p:grpSpPr>
                <a:xfrm>
                  <a:off x="13018859" y="8710508"/>
                  <a:ext cx="417112" cy="1260475"/>
                  <a:chOff x="13629375" y="8884392"/>
                  <a:chExt cx="513673" cy="1552275"/>
                </a:xfrm>
              </p:grpSpPr>
              <p:sp>
                <p:nvSpPr>
                  <p:cNvPr id="166" name="Hình chữ nhật: Góc Tròn 165">
                    <a:extLst>
                      <a:ext uri="{FF2B5EF4-FFF2-40B4-BE49-F238E27FC236}">
                        <a16:creationId xmlns:a16="http://schemas.microsoft.com/office/drawing/2014/main" id="{03BC7BBD-95DC-79A1-1C67-D752F37D309F}"/>
                      </a:ext>
                    </a:extLst>
                  </p:cNvPr>
                  <p:cNvSpPr/>
                  <p:nvPr/>
                </p:nvSpPr>
                <p:spPr>
                  <a:xfrm>
                    <a:off x="13629375" y="8884392"/>
                    <a:ext cx="513673" cy="1552275"/>
                  </a:xfrm>
                  <a:prstGeom prst="roundRect">
                    <a:avLst>
                      <a:gd name="adj" fmla="val 14681"/>
                    </a:avLst>
                  </a:prstGeom>
                  <a:solidFill>
                    <a:srgbClr val="0033CC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rgbClr val="0033CC"/>
                      </a:solidFill>
                    </a:endParaRPr>
                  </a:p>
                </p:txBody>
              </p:sp>
              <p:sp>
                <p:nvSpPr>
                  <p:cNvPr id="167" name="Hình Bầu dục 166">
                    <a:extLst>
                      <a:ext uri="{FF2B5EF4-FFF2-40B4-BE49-F238E27FC236}">
                        <a16:creationId xmlns:a16="http://schemas.microsoft.com/office/drawing/2014/main" id="{A52DB548-4B34-B44A-6D56-D838C21015B3}"/>
                      </a:ext>
                    </a:extLst>
                  </p:cNvPr>
                  <p:cNvSpPr/>
                  <p:nvPr/>
                </p:nvSpPr>
                <p:spPr>
                  <a:xfrm>
                    <a:off x="13729076" y="8993526"/>
                    <a:ext cx="319074" cy="301038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0033CC"/>
                      </a:solidFill>
                    </a:endParaRPr>
                  </a:p>
                </p:txBody>
              </p:sp>
            </p:grpSp>
            <p:sp>
              <p:nvSpPr>
                <p:cNvPr id="160" name="Hình Bầu dục 159">
                  <a:extLst>
                    <a:ext uri="{FF2B5EF4-FFF2-40B4-BE49-F238E27FC236}">
                      <a16:creationId xmlns:a16="http://schemas.microsoft.com/office/drawing/2014/main" id="{DCDDA5E3-4E85-225E-5BC6-A4378E499127}"/>
                    </a:ext>
                  </a:extLst>
                </p:cNvPr>
                <p:cNvSpPr/>
                <p:nvPr/>
              </p:nvSpPr>
              <p:spPr>
                <a:xfrm>
                  <a:off x="13099818" y="9086137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161" name="Hình Bầu dục 160">
                  <a:extLst>
                    <a:ext uri="{FF2B5EF4-FFF2-40B4-BE49-F238E27FC236}">
                      <a16:creationId xmlns:a16="http://schemas.microsoft.com/office/drawing/2014/main" id="{86294E7A-2350-02EE-5BE7-0B42D6E46DFE}"/>
                    </a:ext>
                  </a:extLst>
                </p:cNvPr>
                <p:cNvSpPr/>
                <p:nvPr/>
              </p:nvSpPr>
              <p:spPr>
                <a:xfrm>
                  <a:off x="13097868" y="9372003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165" name="Hình Bầu dục 164">
                  <a:extLst>
                    <a:ext uri="{FF2B5EF4-FFF2-40B4-BE49-F238E27FC236}">
                      <a16:creationId xmlns:a16="http://schemas.microsoft.com/office/drawing/2014/main" id="{A6C99044-3AE7-3702-33EE-36F40A3B77E6}"/>
                    </a:ext>
                  </a:extLst>
                </p:cNvPr>
                <p:cNvSpPr/>
                <p:nvPr/>
              </p:nvSpPr>
              <p:spPr>
                <a:xfrm>
                  <a:off x="13097868" y="9660631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33CC"/>
                    </a:solidFill>
                  </a:endParaRPr>
                </a:p>
              </p:txBody>
            </p:sp>
          </p:grpSp>
          <p:grpSp>
            <p:nvGrpSpPr>
              <p:cNvPr id="142" name="Nhóm 141">
                <a:extLst>
                  <a:ext uri="{FF2B5EF4-FFF2-40B4-BE49-F238E27FC236}">
                    <a16:creationId xmlns:a16="http://schemas.microsoft.com/office/drawing/2014/main" id="{7993985C-AA3F-E44B-3CEB-C9D76D739EF9}"/>
                  </a:ext>
                </a:extLst>
              </p:cNvPr>
              <p:cNvGrpSpPr/>
              <p:nvPr/>
            </p:nvGrpSpPr>
            <p:grpSpPr>
              <a:xfrm>
                <a:off x="14531725" y="10020810"/>
                <a:ext cx="417112" cy="1260475"/>
                <a:chOff x="13018859" y="8710508"/>
                <a:chExt cx="417112" cy="1260475"/>
              </a:xfrm>
            </p:grpSpPr>
            <p:grpSp>
              <p:nvGrpSpPr>
                <p:cNvPr id="150" name="Nhóm 149">
                  <a:extLst>
                    <a:ext uri="{FF2B5EF4-FFF2-40B4-BE49-F238E27FC236}">
                      <a16:creationId xmlns:a16="http://schemas.microsoft.com/office/drawing/2014/main" id="{B4F75F16-AE99-C02D-EFC6-1ABE5761FCDC}"/>
                    </a:ext>
                  </a:extLst>
                </p:cNvPr>
                <p:cNvGrpSpPr/>
                <p:nvPr/>
              </p:nvGrpSpPr>
              <p:grpSpPr>
                <a:xfrm>
                  <a:off x="13018859" y="8710508"/>
                  <a:ext cx="417112" cy="1260475"/>
                  <a:chOff x="13629375" y="8884392"/>
                  <a:chExt cx="513673" cy="1552275"/>
                </a:xfrm>
              </p:grpSpPr>
              <p:sp>
                <p:nvSpPr>
                  <p:cNvPr id="157" name="Hình chữ nhật: Góc Tròn 156">
                    <a:extLst>
                      <a:ext uri="{FF2B5EF4-FFF2-40B4-BE49-F238E27FC236}">
                        <a16:creationId xmlns:a16="http://schemas.microsoft.com/office/drawing/2014/main" id="{C0EE733B-599A-01DC-4325-9FBB2242F506}"/>
                      </a:ext>
                    </a:extLst>
                  </p:cNvPr>
                  <p:cNvSpPr/>
                  <p:nvPr/>
                </p:nvSpPr>
                <p:spPr>
                  <a:xfrm>
                    <a:off x="13629375" y="8884392"/>
                    <a:ext cx="513673" cy="1552275"/>
                  </a:xfrm>
                  <a:prstGeom prst="roundRect">
                    <a:avLst>
                      <a:gd name="adj" fmla="val 14376"/>
                    </a:avLst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8" name="Hình Bầu dục 157">
                    <a:extLst>
                      <a:ext uri="{FF2B5EF4-FFF2-40B4-BE49-F238E27FC236}">
                        <a16:creationId xmlns:a16="http://schemas.microsoft.com/office/drawing/2014/main" id="{4CA4D22B-FADA-5E33-9C75-6E3CF3C38F5F}"/>
                      </a:ext>
                    </a:extLst>
                  </p:cNvPr>
                  <p:cNvSpPr/>
                  <p:nvPr/>
                </p:nvSpPr>
                <p:spPr>
                  <a:xfrm>
                    <a:off x="13729076" y="8993526"/>
                    <a:ext cx="319074" cy="301038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51" name="Hình Bầu dục 150">
                  <a:extLst>
                    <a:ext uri="{FF2B5EF4-FFF2-40B4-BE49-F238E27FC236}">
                      <a16:creationId xmlns:a16="http://schemas.microsoft.com/office/drawing/2014/main" id="{02A05B6C-4920-49AA-8372-2652FC8C7457}"/>
                    </a:ext>
                  </a:extLst>
                </p:cNvPr>
                <p:cNvSpPr/>
                <p:nvPr/>
              </p:nvSpPr>
              <p:spPr>
                <a:xfrm>
                  <a:off x="13099818" y="9086137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" name="Hình Bầu dục 153">
                  <a:extLst>
                    <a:ext uri="{FF2B5EF4-FFF2-40B4-BE49-F238E27FC236}">
                      <a16:creationId xmlns:a16="http://schemas.microsoft.com/office/drawing/2014/main" id="{AC1454C7-6549-7944-0C84-A2DB06D64B80}"/>
                    </a:ext>
                  </a:extLst>
                </p:cNvPr>
                <p:cNvSpPr/>
                <p:nvPr/>
              </p:nvSpPr>
              <p:spPr>
                <a:xfrm>
                  <a:off x="13097868" y="9372003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Hình Bầu dục 154">
                  <a:extLst>
                    <a:ext uri="{FF2B5EF4-FFF2-40B4-BE49-F238E27FC236}">
                      <a16:creationId xmlns:a16="http://schemas.microsoft.com/office/drawing/2014/main" id="{364F7897-4DFA-EDAF-B476-BBADEBA9B8C1}"/>
                    </a:ext>
                  </a:extLst>
                </p:cNvPr>
                <p:cNvSpPr/>
                <p:nvPr/>
              </p:nvSpPr>
              <p:spPr>
                <a:xfrm>
                  <a:off x="13097868" y="9660631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3" name="Nhóm 142">
                <a:extLst>
                  <a:ext uri="{FF2B5EF4-FFF2-40B4-BE49-F238E27FC236}">
                    <a16:creationId xmlns:a16="http://schemas.microsoft.com/office/drawing/2014/main" id="{FFD2CD43-CE32-B486-6115-482D603E128C}"/>
                  </a:ext>
                </a:extLst>
              </p:cNvPr>
              <p:cNvGrpSpPr/>
              <p:nvPr/>
            </p:nvGrpSpPr>
            <p:grpSpPr>
              <a:xfrm>
                <a:off x="14532845" y="7262767"/>
                <a:ext cx="417112" cy="1260475"/>
                <a:chOff x="13018859" y="8710508"/>
                <a:chExt cx="417112" cy="1260475"/>
              </a:xfrm>
            </p:grpSpPr>
            <p:grpSp>
              <p:nvGrpSpPr>
                <p:cNvPr id="144" name="Nhóm 143">
                  <a:extLst>
                    <a:ext uri="{FF2B5EF4-FFF2-40B4-BE49-F238E27FC236}">
                      <a16:creationId xmlns:a16="http://schemas.microsoft.com/office/drawing/2014/main" id="{B75B50B5-7DD9-8729-2777-13C7F92F72EE}"/>
                    </a:ext>
                  </a:extLst>
                </p:cNvPr>
                <p:cNvGrpSpPr/>
                <p:nvPr/>
              </p:nvGrpSpPr>
              <p:grpSpPr>
                <a:xfrm>
                  <a:off x="13018859" y="8710508"/>
                  <a:ext cx="417112" cy="1260475"/>
                  <a:chOff x="13629375" y="8884392"/>
                  <a:chExt cx="513673" cy="1552275"/>
                </a:xfrm>
              </p:grpSpPr>
              <p:sp>
                <p:nvSpPr>
                  <p:cNvPr id="148" name="Hình chữ nhật: Góc Tròn 147">
                    <a:extLst>
                      <a:ext uri="{FF2B5EF4-FFF2-40B4-BE49-F238E27FC236}">
                        <a16:creationId xmlns:a16="http://schemas.microsoft.com/office/drawing/2014/main" id="{1CD3EFD0-14F6-0D90-A27E-1214E16FED5A}"/>
                      </a:ext>
                    </a:extLst>
                  </p:cNvPr>
                  <p:cNvSpPr/>
                  <p:nvPr/>
                </p:nvSpPr>
                <p:spPr>
                  <a:xfrm>
                    <a:off x="13629375" y="8884392"/>
                    <a:ext cx="513673" cy="1552275"/>
                  </a:xfrm>
                  <a:prstGeom prst="roundRect">
                    <a:avLst>
                      <a:gd name="adj" fmla="val 14681"/>
                    </a:avLst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9" name="Hình Bầu dục 148">
                    <a:extLst>
                      <a:ext uri="{FF2B5EF4-FFF2-40B4-BE49-F238E27FC236}">
                        <a16:creationId xmlns:a16="http://schemas.microsoft.com/office/drawing/2014/main" id="{6A815349-1606-D001-D0A7-FBF86374A235}"/>
                      </a:ext>
                    </a:extLst>
                  </p:cNvPr>
                  <p:cNvSpPr/>
                  <p:nvPr/>
                </p:nvSpPr>
                <p:spPr>
                  <a:xfrm>
                    <a:off x="13729076" y="8993526"/>
                    <a:ext cx="319074" cy="301038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45" name="Hình Bầu dục 144">
                  <a:extLst>
                    <a:ext uri="{FF2B5EF4-FFF2-40B4-BE49-F238E27FC236}">
                      <a16:creationId xmlns:a16="http://schemas.microsoft.com/office/drawing/2014/main" id="{AFA9F2CF-734A-A26B-5338-F3EEDC1A3DEA}"/>
                    </a:ext>
                  </a:extLst>
                </p:cNvPr>
                <p:cNvSpPr/>
                <p:nvPr/>
              </p:nvSpPr>
              <p:spPr>
                <a:xfrm>
                  <a:off x="13099818" y="9086137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" name="Hình Bầu dục 145">
                  <a:extLst>
                    <a:ext uri="{FF2B5EF4-FFF2-40B4-BE49-F238E27FC236}">
                      <a16:creationId xmlns:a16="http://schemas.microsoft.com/office/drawing/2014/main" id="{9B9076BF-3834-73A8-B2DF-2B933C5FA824}"/>
                    </a:ext>
                  </a:extLst>
                </p:cNvPr>
                <p:cNvSpPr/>
                <p:nvPr/>
              </p:nvSpPr>
              <p:spPr>
                <a:xfrm>
                  <a:off x="13097868" y="9372003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Hình Bầu dục 146">
                  <a:extLst>
                    <a:ext uri="{FF2B5EF4-FFF2-40B4-BE49-F238E27FC236}">
                      <a16:creationId xmlns:a16="http://schemas.microsoft.com/office/drawing/2014/main" id="{8D75C584-D2CF-1C7B-3947-7CBEB77837C6}"/>
                    </a:ext>
                  </a:extLst>
                </p:cNvPr>
                <p:cNvSpPr/>
                <p:nvPr/>
              </p:nvSpPr>
              <p:spPr>
                <a:xfrm>
                  <a:off x="13097868" y="9660631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946" name="Đường nối Thẳng 945">
              <a:extLst>
                <a:ext uri="{FF2B5EF4-FFF2-40B4-BE49-F238E27FC236}">
                  <a16:creationId xmlns:a16="http://schemas.microsoft.com/office/drawing/2014/main" id="{2D10F8EB-A26D-C295-ED9E-97399C4D55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207187" y="8700670"/>
              <a:ext cx="2727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7" name="Đường nối Thẳng 946">
              <a:extLst>
                <a:ext uri="{FF2B5EF4-FFF2-40B4-BE49-F238E27FC236}">
                  <a16:creationId xmlns:a16="http://schemas.microsoft.com/office/drawing/2014/main" id="{84BE51AF-FA16-01E7-8E98-309D9E4CB6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87831" y="10195172"/>
              <a:ext cx="112183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8" name="Đường nối Thẳng 947">
              <a:extLst>
                <a:ext uri="{FF2B5EF4-FFF2-40B4-BE49-F238E27FC236}">
                  <a16:creationId xmlns:a16="http://schemas.microsoft.com/office/drawing/2014/main" id="{E11B0B62-5455-DA06-A753-66F173D389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89419" y="11609622"/>
              <a:ext cx="28416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9" name="Đường nối Thẳng 948">
              <a:extLst>
                <a:ext uri="{FF2B5EF4-FFF2-40B4-BE49-F238E27FC236}">
                  <a16:creationId xmlns:a16="http://schemas.microsoft.com/office/drawing/2014/main" id="{FF273503-178B-72A8-2B61-856EB387FCDD}"/>
                </a:ext>
              </a:extLst>
            </p:cNvPr>
            <p:cNvCxnSpPr>
              <a:cxnSpLocks/>
              <a:stCxn id="139" idx="0"/>
            </p:cNvCxnSpPr>
            <p:nvPr/>
          </p:nvCxnSpPr>
          <p:spPr>
            <a:xfrm flipV="1">
              <a:off x="13469931" y="8697630"/>
              <a:ext cx="0" cy="1371741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0" name="Đường nối Thẳng 949">
              <a:extLst>
                <a:ext uri="{FF2B5EF4-FFF2-40B4-BE49-F238E27FC236}">
                  <a16:creationId xmlns:a16="http://schemas.microsoft.com/office/drawing/2014/main" id="{A792CE73-6879-4EC0-5D11-123143949075}"/>
                </a:ext>
              </a:extLst>
            </p:cNvPr>
            <p:cNvCxnSpPr>
              <a:cxnSpLocks/>
              <a:stCxn id="139" idx="4"/>
            </p:cNvCxnSpPr>
            <p:nvPr/>
          </p:nvCxnSpPr>
          <p:spPr>
            <a:xfrm>
              <a:off x="13469931" y="10350214"/>
              <a:ext cx="0" cy="1268416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951" name="Google Shape;346;p22">
              <a:extLst>
                <a:ext uri="{FF2B5EF4-FFF2-40B4-BE49-F238E27FC236}">
                  <a16:creationId xmlns:a16="http://schemas.microsoft.com/office/drawing/2014/main" id="{A5CA6CF7-7AFE-F747-A8B0-6757B61CC663}"/>
                </a:ext>
              </a:extLst>
            </p:cNvPr>
            <p:cNvGrpSpPr/>
            <p:nvPr/>
          </p:nvGrpSpPr>
          <p:grpSpPr>
            <a:xfrm>
              <a:off x="13330814" y="10069371"/>
              <a:ext cx="278234" cy="280843"/>
              <a:chOff x="2372506" y="3438683"/>
              <a:chExt cx="255900" cy="258300"/>
            </a:xfrm>
          </p:grpSpPr>
          <p:pic>
            <p:nvPicPr>
              <p:cNvPr id="138" name="Google Shape;347;p22" descr="+" title="MathEquation,#585858">
                <a:extLst>
                  <a:ext uri="{FF2B5EF4-FFF2-40B4-BE49-F238E27FC236}">
                    <a16:creationId xmlns:a16="http://schemas.microsoft.com/office/drawing/2014/main" id="{153F32A4-FCA8-FED1-EB8A-651B2754CDB9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407953" y="3466746"/>
                <a:ext cx="185040" cy="2021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" name="Google Shape;348;p22">
                <a:extLst>
                  <a:ext uri="{FF2B5EF4-FFF2-40B4-BE49-F238E27FC236}">
                    <a16:creationId xmlns:a16="http://schemas.microsoft.com/office/drawing/2014/main" id="{EEFC1AE5-90A9-4C7A-2C3B-6AD72B45BF9D}"/>
                  </a:ext>
                </a:extLst>
              </p:cNvPr>
              <p:cNvSpPr/>
              <p:nvPr/>
            </p:nvSpPr>
            <p:spPr>
              <a:xfrm>
                <a:off x="2372506" y="3438683"/>
                <a:ext cx="255900" cy="258300"/>
              </a:xfrm>
              <a:prstGeom prst="ellipse">
                <a:avLst/>
              </a:prstGeom>
              <a:gradFill>
                <a:gsLst>
                  <a:gs pos="0">
                    <a:srgbClr val="69D4F4">
                      <a:alpha val="26274"/>
                    </a:srgbClr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 dirty="0">
                  <a:solidFill>
                    <a:srgbClr val="666666"/>
                  </a:solidFill>
                </a:endParaRPr>
              </a:p>
            </p:txBody>
          </p:sp>
        </p:grpSp>
        <p:cxnSp>
          <p:nvCxnSpPr>
            <p:cNvPr id="952" name="Đường nối Thẳng 951">
              <a:extLst>
                <a:ext uri="{FF2B5EF4-FFF2-40B4-BE49-F238E27FC236}">
                  <a16:creationId xmlns:a16="http://schemas.microsoft.com/office/drawing/2014/main" id="{1094DC7E-A10B-E5D7-F4A8-7FAE5E0D8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90897" y="13012348"/>
              <a:ext cx="2727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3" name="Đường nối Thẳng 952">
              <a:extLst>
                <a:ext uri="{FF2B5EF4-FFF2-40B4-BE49-F238E27FC236}">
                  <a16:creationId xmlns:a16="http://schemas.microsoft.com/office/drawing/2014/main" id="{CECCCFBE-D2B8-8560-73AE-9083D11558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73129" y="15921300"/>
              <a:ext cx="28416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4" name="Đường nối Thẳng 953">
              <a:extLst>
                <a:ext uri="{FF2B5EF4-FFF2-40B4-BE49-F238E27FC236}">
                  <a16:creationId xmlns:a16="http://schemas.microsoft.com/office/drawing/2014/main" id="{B4CF6398-FF2A-3024-9D3F-0CA61C3DC8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53641" y="13009308"/>
              <a:ext cx="0" cy="1249017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5" name="Đường nối Thẳng 954">
              <a:extLst>
                <a:ext uri="{FF2B5EF4-FFF2-40B4-BE49-F238E27FC236}">
                  <a16:creationId xmlns:a16="http://schemas.microsoft.com/office/drawing/2014/main" id="{8253F0D1-5C52-AEFF-6091-868B15FD2EB5}"/>
                </a:ext>
              </a:extLst>
            </p:cNvPr>
            <p:cNvCxnSpPr>
              <a:cxnSpLocks/>
              <a:stCxn id="137" idx="4"/>
            </p:cNvCxnSpPr>
            <p:nvPr/>
          </p:nvCxnSpPr>
          <p:spPr>
            <a:xfrm>
              <a:off x="13453641" y="14534625"/>
              <a:ext cx="0" cy="138994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956" name="Google Shape;346;p22">
              <a:extLst>
                <a:ext uri="{FF2B5EF4-FFF2-40B4-BE49-F238E27FC236}">
                  <a16:creationId xmlns:a16="http://schemas.microsoft.com/office/drawing/2014/main" id="{8DBE2598-8ED2-8263-A92E-057D1A87692D}"/>
                </a:ext>
              </a:extLst>
            </p:cNvPr>
            <p:cNvGrpSpPr/>
            <p:nvPr/>
          </p:nvGrpSpPr>
          <p:grpSpPr>
            <a:xfrm>
              <a:off x="13314524" y="14253782"/>
              <a:ext cx="278234" cy="280843"/>
              <a:chOff x="2372506" y="3438683"/>
              <a:chExt cx="255900" cy="258300"/>
            </a:xfrm>
          </p:grpSpPr>
          <p:pic>
            <p:nvPicPr>
              <p:cNvPr id="136" name="Google Shape;347;p22" descr="+" title="MathEquation,#585858">
                <a:extLst>
                  <a:ext uri="{FF2B5EF4-FFF2-40B4-BE49-F238E27FC236}">
                    <a16:creationId xmlns:a16="http://schemas.microsoft.com/office/drawing/2014/main" id="{641DDE42-D520-79DD-EF33-18DEE9E5FCAB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407953" y="3466746"/>
                <a:ext cx="185040" cy="2021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" name="Google Shape;348;p22">
                <a:extLst>
                  <a:ext uri="{FF2B5EF4-FFF2-40B4-BE49-F238E27FC236}">
                    <a16:creationId xmlns:a16="http://schemas.microsoft.com/office/drawing/2014/main" id="{5495A07B-CD63-237C-4FF3-F6DFFF45C315}"/>
                  </a:ext>
                </a:extLst>
              </p:cNvPr>
              <p:cNvSpPr/>
              <p:nvPr/>
            </p:nvSpPr>
            <p:spPr>
              <a:xfrm>
                <a:off x="2372506" y="3438683"/>
                <a:ext cx="255900" cy="258300"/>
              </a:xfrm>
              <a:prstGeom prst="ellipse">
                <a:avLst/>
              </a:prstGeom>
              <a:gradFill>
                <a:gsLst>
                  <a:gs pos="0">
                    <a:srgbClr val="69D4F4">
                      <a:alpha val="26274"/>
                    </a:srgbClr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666666"/>
                  </a:solidFill>
                </a:endParaRPr>
              </a:p>
            </p:txBody>
          </p:sp>
        </p:grpSp>
        <p:cxnSp>
          <p:nvCxnSpPr>
            <p:cNvPr id="957" name="Đường nối Thẳng 956">
              <a:extLst>
                <a:ext uri="{FF2B5EF4-FFF2-40B4-BE49-F238E27FC236}">
                  <a16:creationId xmlns:a16="http://schemas.microsoft.com/office/drawing/2014/main" id="{2BC2842C-AF4F-F52A-B18D-5175A47BC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87832" y="14394204"/>
              <a:ext cx="112183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8" name="Đường nối Thẳng 957">
              <a:extLst>
                <a:ext uri="{FF2B5EF4-FFF2-40B4-BE49-F238E27FC236}">
                  <a16:creationId xmlns:a16="http://schemas.microsoft.com/office/drawing/2014/main" id="{8CD61125-5408-A4AE-3054-4CE03FAE9F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03505" y="10203963"/>
              <a:ext cx="200276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9" name="Đường nối Thẳng 958">
              <a:extLst>
                <a:ext uri="{FF2B5EF4-FFF2-40B4-BE49-F238E27FC236}">
                  <a16:creationId xmlns:a16="http://schemas.microsoft.com/office/drawing/2014/main" id="{CFC9F63E-48E3-CD15-9017-D013560AEC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91858" y="14403429"/>
              <a:ext cx="199223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960" name="Nhóm 959">
              <a:extLst>
                <a:ext uri="{FF2B5EF4-FFF2-40B4-BE49-F238E27FC236}">
                  <a16:creationId xmlns:a16="http://schemas.microsoft.com/office/drawing/2014/main" id="{3A4E08C8-5D8F-4246-2203-F7920FF0134A}"/>
                </a:ext>
              </a:extLst>
            </p:cNvPr>
            <p:cNvGrpSpPr/>
            <p:nvPr/>
          </p:nvGrpSpPr>
          <p:grpSpPr>
            <a:xfrm>
              <a:off x="13803293" y="12349451"/>
              <a:ext cx="578798" cy="4249497"/>
              <a:chOff x="14451419" y="7145878"/>
              <a:chExt cx="578798" cy="4249497"/>
            </a:xfrm>
          </p:grpSpPr>
          <p:sp>
            <p:nvSpPr>
              <p:cNvPr id="1003" name="Google Shape;65;p15">
                <a:extLst>
                  <a:ext uri="{FF2B5EF4-FFF2-40B4-BE49-F238E27FC236}">
                    <a16:creationId xmlns:a16="http://schemas.microsoft.com/office/drawing/2014/main" id="{9967DBAE-7839-3705-262A-497E62AF36EF}"/>
                  </a:ext>
                </a:extLst>
              </p:cNvPr>
              <p:cNvSpPr/>
              <p:nvPr/>
            </p:nvSpPr>
            <p:spPr>
              <a:xfrm rot="5400000">
                <a:off x="12616069" y="8981228"/>
                <a:ext cx="4249497" cy="578798"/>
              </a:xfrm>
              <a:prstGeom prst="roundRect">
                <a:avLst>
                  <a:gd name="adj" fmla="val 35331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004" name="Nhóm 1003">
                <a:extLst>
                  <a:ext uri="{FF2B5EF4-FFF2-40B4-BE49-F238E27FC236}">
                    <a16:creationId xmlns:a16="http://schemas.microsoft.com/office/drawing/2014/main" id="{A99D7CCC-35DC-FFED-D361-877AECA0DC27}"/>
                  </a:ext>
                </a:extLst>
              </p:cNvPr>
              <p:cNvGrpSpPr/>
              <p:nvPr/>
            </p:nvGrpSpPr>
            <p:grpSpPr>
              <a:xfrm>
                <a:off x="14529700" y="8661225"/>
                <a:ext cx="417112" cy="1260475"/>
                <a:chOff x="13018859" y="8710508"/>
                <a:chExt cx="417112" cy="1260475"/>
              </a:xfrm>
            </p:grpSpPr>
            <p:grpSp>
              <p:nvGrpSpPr>
                <p:cNvPr id="130" name="Nhóm 129">
                  <a:extLst>
                    <a:ext uri="{FF2B5EF4-FFF2-40B4-BE49-F238E27FC236}">
                      <a16:creationId xmlns:a16="http://schemas.microsoft.com/office/drawing/2014/main" id="{6705AB96-21CB-5004-41C4-4244B2BD319B}"/>
                    </a:ext>
                  </a:extLst>
                </p:cNvPr>
                <p:cNvGrpSpPr/>
                <p:nvPr/>
              </p:nvGrpSpPr>
              <p:grpSpPr>
                <a:xfrm>
                  <a:off x="13018859" y="8710508"/>
                  <a:ext cx="417112" cy="1260475"/>
                  <a:chOff x="13629375" y="8884392"/>
                  <a:chExt cx="513673" cy="1552275"/>
                </a:xfrm>
              </p:grpSpPr>
              <p:sp>
                <p:nvSpPr>
                  <p:cNvPr id="134" name="Hình chữ nhật: Góc Tròn 133">
                    <a:extLst>
                      <a:ext uri="{FF2B5EF4-FFF2-40B4-BE49-F238E27FC236}">
                        <a16:creationId xmlns:a16="http://schemas.microsoft.com/office/drawing/2014/main" id="{EE29948C-541B-8881-0D5E-3604D82611CA}"/>
                      </a:ext>
                    </a:extLst>
                  </p:cNvPr>
                  <p:cNvSpPr/>
                  <p:nvPr/>
                </p:nvSpPr>
                <p:spPr>
                  <a:xfrm>
                    <a:off x="13629375" y="8884392"/>
                    <a:ext cx="513673" cy="1552275"/>
                  </a:xfrm>
                  <a:prstGeom prst="roundRect">
                    <a:avLst>
                      <a:gd name="adj" fmla="val 14681"/>
                    </a:avLst>
                  </a:prstGeom>
                  <a:solidFill>
                    <a:srgbClr val="9900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rgbClr val="0033CC"/>
                      </a:solidFill>
                    </a:endParaRPr>
                  </a:p>
                </p:txBody>
              </p:sp>
              <p:sp>
                <p:nvSpPr>
                  <p:cNvPr id="135" name="Hình Bầu dục 134">
                    <a:extLst>
                      <a:ext uri="{FF2B5EF4-FFF2-40B4-BE49-F238E27FC236}">
                        <a16:creationId xmlns:a16="http://schemas.microsoft.com/office/drawing/2014/main" id="{B005F5DE-8EED-E1C0-01EF-64027D4BC4E1}"/>
                      </a:ext>
                    </a:extLst>
                  </p:cNvPr>
                  <p:cNvSpPr/>
                  <p:nvPr/>
                </p:nvSpPr>
                <p:spPr>
                  <a:xfrm>
                    <a:off x="13729076" y="8993526"/>
                    <a:ext cx="319074" cy="301038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rgbClr val="0033CC"/>
                      </a:solidFill>
                    </a:endParaRPr>
                  </a:p>
                </p:txBody>
              </p:sp>
            </p:grpSp>
            <p:sp>
              <p:nvSpPr>
                <p:cNvPr id="131" name="Hình Bầu dục 130">
                  <a:extLst>
                    <a:ext uri="{FF2B5EF4-FFF2-40B4-BE49-F238E27FC236}">
                      <a16:creationId xmlns:a16="http://schemas.microsoft.com/office/drawing/2014/main" id="{21262E01-A3DD-4F9D-5C70-3012F4FB6F2B}"/>
                    </a:ext>
                  </a:extLst>
                </p:cNvPr>
                <p:cNvSpPr/>
                <p:nvPr/>
              </p:nvSpPr>
              <p:spPr>
                <a:xfrm>
                  <a:off x="13099818" y="9086137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132" name="Hình Bầu dục 131">
                  <a:extLst>
                    <a:ext uri="{FF2B5EF4-FFF2-40B4-BE49-F238E27FC236}">
                      <a16:creationId xmlns:a16="http://schemas.microsoft.com/office/drawing/2014/main" id="{155B8D95-4718-1612-FE80-DC26DE5258D4}"/>
                    </a:ext>
                  </a:extLst>
                </p:cNvPr>
                <p:cNvSpPr/>
                <p:nvPr/>
              </p:nvSpPr>
              <p:spPr>
                <a:xfrm>
                  <a:off x="13097868" y="9372003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33CC"/>
                    </a:solidFill>
                  </a:endParaRPr>
                </a:p>
              </p:txBody>
            </p:sp>
            <p:sp>
              <p:nvSpPr>
                <p:cNvPr id="133" name="Hình Bầu dục 132">
                  <a:extLst>
                    <a:ext uri="{FF2B5EF4-FFF2-40B4-BE49-F238E27FC236}">
                      <a16:creationId xmlns:a16="http://schemas.microsoft.com/office/drawing/2014/main" id="{5A45B313-BB04-630E-6673-228330EC5065}"/>
                    </a:ext>
                  </a:extLst>
                </p:cNvPr>
                <p:cNvSpPr/>
                <p:nvPr/>
              </p:nvSpPr>
              <p:spPr>
                <a:xfrm>
                  <a:off x="13097868" y="9660631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0033CC"/>
                    </a:solidFill>
                  </a:endParaRPr>
                </a:p>
              </p:txBody>
            </p:sp>
          </p:grpSp>
          <p:grpSp>
            <p:nvGrpSpPr>
              <p:cNvPr id="1005" name="Nhóm 1004">
                <a:extLst>
                  <a:ext uri="{FF2B5EF4-FFF2-40B4-BE49-F238E27FC236}">
                    <a16:creationId xmlns:a16="http://schemas.microsoft.com/office/drawing/2014/main" id="{9E1878F4-E5CF-6559-C878-23FE33EFE2C8}"/>
                  </a:ext>
                </a:extLst>
              </p:cNvPr>
              <p:cNvGrpSpPr/>
              <p:nvPr/>
            </p:nvGrpSpPr>
            <p:grpSpPr>
              <a:xfrm>
                <a:off x="14531725" y="10020810"/>
                <a:ext cx="417112" cy="1260475"/>
                <a:chOff x="13018859" y="8710508"/>
                <a:chExt cx="417112" cy="1260475"/>
              </a:xfrm>
            </p:grpSpPr>
            <p:grpSp>
              <p:nvGrpSpPr>
                <p:cNvPr id="1014" name="Nhóm 1013">
                  <a:extLst>
                    <a:ext uri="{FF2B5EF4-FFF2-40B4-BE49-F238E27FC236}">
                      <a16:creationId xmlns:a16="http://schemas.microsoft.com/office/drawing/2014/main" id="{CD4EB5AC-1DC2-3FD9-8237-97F680E07794}"/>
                    </a:ext>
                  </a:extLst>
                </p:cNvPr>
                <p:cNvGrpSpPr/>
                <p:nvPr/>
              </p:nvGrpSpPr>
              <p:grpSpPr>
                <a:xfrm>
                  <a:off x="13018859" y="8710508"/>
                  <a:ext cx="417112" cy="1260475"/>
                  <a:chOff x="13629375" y="8884392"/>
                  <a:chExt cx="513673" cy="1552275"/>
                </a:xfrm>
              </p:grpSpPr>
              <p:sp>
                <p:nvSpPr>
                  <p:cNvPr id="128" name="Hình chữ nhật: Góc Tròn 127">
                    <a:extLst>
                      <a:ext uri="{FF2B5EF4-FFF2-40B4-BE49-F238E27FC236}">
                        <a16:creationId xmlns:a16="http://schemas.microsoft.com/office/drawing/2014/main" id="{3F173390-BBA8-9F06-C68D-1C54A29D9B48}"/>
                      </a:ext>
                    </a:extLst>
                  </p:cNvPr>
                  <p:cNvSpPr/>
                  <p:nvPr/>
                </p:nvSpPr>
                <p:spPr>
                  <a:xfrm>
                    <a:off x="13629375" y="8884392"/>
                    <a:ext cx="513673" cy="1552275"/>
                  </a:xfrm>
                  <a:prstGeom prst="roundRect">
                    <a:avLst>
                      <a:gd name="adj" fmla="val 14376"/>
                    </a:avLst>
                  </a:prstGeom>
                  <a:solidFill>
                    <a:srgbClr val="F2AA8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9" name="Hình Bầu dục 128">
                    <a:extLst>
                      <a:ext uri="{FF2B5EF4-FFF2-40B4-BE49-F238E27FC236}">
                        <a16:creationId xmlns:a16="http://schemas.microsoft.com/office/drawing/2014/main" id="{E68456F9-56B5-8B16-9AB1-BA51DD09FE9C}"/>
                      </a:ext>
                    </a:extLst>
                  </p:cNvPr>
                  <p:cNvSpPr/>
                  <p:nvPr/>
                </p:nvSpPr>
                <p:spPr>
                  <a:xfrm>
                    <a:off x="13729076" y="8993526"/>
                    <a:ext cx="319074" cy="301038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15" name="Hình Bầu dục 1014">
                  <a:extLst>
                    <a:ext uri="{FF2B5EF4-FFF2-40B4-BE49-F238E27FC236}">
                      <a16:creationId xmlns:a16="http://schemas.microsoft.com/office/drawing/2014/main" id="{F71CEB70-51F4-FF0C-9BF2-E4EB08C47E95}"/>
                    </a:ext>
                  </a:extLst>
                </p:cNvPr>
                <p:cNvSpPr/>
                <p:nvPr/>
              </p:nvSpPr>
              <p:spPr>
                <a:xfrm>
                  <a:off x="13099818" y="9086137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6" name="Hình Bầu dục 1015">
                  <a:extLst>
                    <a:ext uri="{FF2B5EF4-FFF2-40B4-BE49-F238E27FC236}">
                      <a16:creationId xmlns:a16="http://schemas.microsoft.com/office/drawing/2014/main" id="{6A349AE9-7D19-53ED-B243-50F36D0B6065}"/>
                    </a:ext>
                  </a:extLst>
                </p:cNvPr>
                <p:cNvSpPr/>
                <p:nvPr/>
              </p:nvSpPr>
              <p:spPr>
                <a:xfrm>
                  <a:off x="13097868" y="9372003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7" name="Hình Bầu dục 1016">
                  <a:extLst>
                    <a:ext uri="{FF2B5EF4-FFF2-40B4-BE49-F238E27FC236}">
                      <a16:creationId xmlns:a16="http://schemas.microsoft.com/office/drawing/2014/main" id="{869FE180-10EF-365B-DDAC-0286B4944049}"/>
                    </a:ext>
                  </a:extLst>
                </p:cNvPr>
                <p:cNvSpPr/>
                <p:nvPr/>
              </p:nvSpPr>
              <p:spPr>
                <a:xfrm>
                  <a:off x="13097868" y="9660631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06" name="Nhóm 1005">
                <a:extLst>
                  <a:ext uri="{FF2B5EF4-FFF2-40B4-BE49-F238E27FC236}">
                    <a16:creationId xmlns:a16="http://schemas.microsoft.com/office/drawing/2014/main" id="{1A596088-8D04-09AB-0D47-183967012FCA}"/>
                  </a:ext>
                </a:extLst>
              </p:cNvPr>
              <p:cNvGrpSpPr/>
              <p:nvPr/>
            </p:nvGrpSpPr>
            <p:grpSpPr>
              <a:xfrm>
                <a:off x="14532845" y="7262767"/>
                <a:ext cx="417112" cy="1260475"/>
                <a:chOff x="13018859" y="8710508"/>
                <a:chExt cx="417112" cy="1260475"/>
              </a:xfrm>
            </p:grpSpPr>
            <p:grpSp>
              <p:nvGrpSpPr>
                <p:cNvPr id="1007" name="Nhóm 1006">
                  <a:extLst>
                    <a:ext uri="{FF2B5EF4-FFF2-40B4-BE49-F238E27FC236}">
                      <a16:creationId xmlns:a16="http://schemas.microsoft.com/office/drawing/2014/main" id="{68AB8EC5-1488-E317-1FC8-C877432BB989}"/>
                    </a:ext>
                  </a:extLst>
                </p:cNvPr>
                <p:cNvGrpSpPr/>
                <p:nvPr/>
              </p:nvGrpSpPr>
              <p:grpSpPr>
                <a:xfrm>
                  <a:off x="13018859" y="8710508"/>
                  <a:ext cx="417112" cy="1260475"/>
                  <a:chOff x="13629375" y="8884392"/>
                  <a:chExt cx="513673" cy="1552275"/>
                </a:xfrm>
              </p:grpSpPr>
              <p:sp>
                <p:nvSpPr>
                  <p:cNvPr id="1012" name="Hình chữ nhật: Góc Tròn 1011">
                    <a:extLst>
                      <a:ext uri="{FF2B5EF4-FFF2-40B4-BE49-F238E27FC236}">
                        <a16:creationId xmlns:a16="http://schemas.microsoft.com/office/drawing/2014/main" id="{5B972C66-6E0C-AC34-E624-D31AC824CD2B}"/>
                      </a:ext>
                    </a:extLst>
                  </p:cNvPr>
                  <p:cNvSpPr/>
                  <p:nvPr/>
                </p:nvSpPr>
                <p:spPr>
                  <a:xfrm>
                    <a:off x="13629375" y="8884392"/>
                    <a:ext cx="513673" cy="1552275"/>
                  </a:xfrm>
                  <a:prstGeom prst="roundRect">
                    <a:avLst>
                      <a:gd name="adj" fmla="val 14681"/>
                    </a:avLst>
                  </a:prstGeom>
                  <a:solidFill>
                    <a:srgbClr val="FF740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3" name="Hình Bầu dục 1012">
                    <a:extLst>
                      <a:ext uri="{FF2B5EF4-FFF2-40B4-BE49-F238E27FC236}">
                        <a16:creationId xmlns:a16="http://schemas.microsoft.com/office/drawing/2014/main" id="{90AD8823-ED25-F1C0-3D09-8C76B84A3078}"/>
                      </a:ext>
                    </a:extLst>
                  </p:cNvPr>
                  <p:cNvSpPr/>
                  <p:nvPr/>
                </p:nvSpPr>
                <p:spPr>
                  <a:xfrm>
                    <a:off x="13729076" y="8993526"/>
                    <a:ext cx="319074" cy="301038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08" name="Hình Bầu dục 1007">
                  <a:extLst>
                    <a:ext uri="{FF2B5EF4-FFF2-40B4-BE49-F238E27FC236}">
                      <a16:creationId xmlns:a16="http://schemas.microsoft.com/office/drawing/2014/main" id="{C4805FDB-BF4B-BEF6-8350-2B68ABE60C3D}"/>
                    </a:ext>
                  </a:extLst>
                </p:cNvPr>
                <p:cNvSpPr/>
                <p:nvPr/>
              </p:nvSpPr>
              <p:spPr>
                <a:xfrm>
                  <a:off x="13099818" y="9086137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9" name="Hình Bầu dục 1008">
                  <a:extLst>
                    <a:ext uri="{FF2B5EF4-FFF2-40B4-BE49-F238E27FC236}">
                      <a16:creationId xmlns:a16="http://schemas.microsoft.com/office/drawing/2014/main" id="{E15531EC-85E7-3254-6BA9-BE621F8F3CCC}"/>
                    </a:ext>
                  </a:extLst>
                </p:cNvPr>
                <p:cNvSpPr/>
                <p:nvPr/>
              </p:nvSpPr>
              <p:spPr>
                <a:xfrm>
                  <a:off x="13097868" y="9372003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1" name="Hình Bầu dục 1010">
                  <a:extLst>
                    <a:ext uri="{FF2B5EF4-FFF2-40B4-BE49-F238E27FC236}">
                      <a16:creationId xmlns:a16="http://schemas.microsoft.com/office/drawing/2014/main" id="{52B30EA5-C1D2-9B34-920C-CD5E845BAA46}"/>
                    </a:ext>
                  </a:extLst>
                </p:cNvPr>
                <p:cNvSpPr/>
                <p:nvPr/>
              </p:nvSpPr>
              <p:spPr>
                <a:xfrm>
                  <a:off x="13097868" y="9660631"/>
                  <a:ext cx="259094" cy="24444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961" name="Đường nối Thẳng 960">
              <a:extLst>
                <a:ext uri="{FF2B5EF4-FFF2-40B4-BE49-F238E27FC236}">
                  <a16:creationId xmlns:a16="http://schemas.microsoft.com/office/drawing/2014/main" id="{650B57C8-6323-BFA4-2DF6-E091C96647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90228" y="14419604"/>
              <a:ext cx="359765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2" name="Đường nối Thẳng 961">
              <a:extLst>
                <a:ext uri="{FF2B5EF4-FFF2-40B4-BE49-F238E27FC236}">
                  <a16:creationId xmlns:a16="http://schemas.microsoft.com/office/drawing/2014/main" id="{173D73D4-7E60-486B-4687-A0456CAA1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81870" y="10172263"/>
              <a:ext cx="359765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963" name="Nhóm 962">
              <a:extLst>
                <a:ext uri="{FF2B5EF4-FFF2-40B4-BE49-F238E27FC236}">
                  <a16:creationId xmlns:a16="http://schemas.microsoft.com/office/drawing/2014/main" id="{1FAB109E-8FEE-008B-AA8C-6B2D2D8994C4}"/>
                </a:ext>
              </a:extLst>
            </p:cNvPr>
            <p:cNvGrpSpPr/>
            <p:nvPr/>
          </p:nvGrpSpPr>
          <p:grpSpPr>
            <a:xfrm>
              <a:off x="17868781" y="9593363"/>
              <a:ext cx="417112" cy="1260475"/>
              <a:chOff x="13018859" y="8710508"/>
              <a:chExt cx="417112" cy="1260475"/>
            </a:xfrm>
          </p:grpSpPr>
          <p:grpSp>
            <p:nvGrpSpPr>
              <p:cNvPr id="997" name="Nhóm 996">
                <a:extLst>
                  <a:ext uri="{FF2B5EF4-FFF2-40B4-BE49-F238E27FC236}">
                    <a16:creationId xmlns:a16="http://schemas.microsoft.com/office/drawing/2014/main" id="{1AE7A668-57F2-A78A-043B-7175C04BCFA8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001" name="Hình chữ nhật: Góc Tròn 1000">
                  <a:extLst>
                    <a:ext uri="{FF2B5EF4-FFF2-40B4-BE49-F238E27FC236}">
                      <a16:creationId xmlns:a16="http://schemas.microsoft.com/office/drawing/2014/main" id="{288CABFD-44A4-D37A-E887-3B36D19399EA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376"/>
                  </a:avLst>
                </a:prstGeom>
                <a:gradFill>
                  <a:gsLst>
                    <a:gs pos="51100">
                      <a:srgbClr val="0033CC"/>
                    </a:gs>
                    <a:gs pos="0">
                      <a:srgbClr val="46B1E1"/>
                    </a:gs>
                    <a:gs pos="100000">
                      <a:srgbClr val="47D45A"/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02" name="Hình Bầu dục 1001">
                  <a:extLst>
                    <a:ext uri="{FF2B5EF4-FFF2-40B4-BE49-F238E27FC236}">
                      <a16:creationId xmlns:a16="http://schemas.microsoft.com/office/drawing/2014/main" id="{1237AB71-CD48-6497-D10D-D193CAB7A29A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98" name="Hình Bầu dục 997">
                <a:extLst>
                  <a:ext uri="{FF2B5EF4-FFF2-40B4-BE49-F238E27FC236}">
                    <a16:creationId xmlns:a16="http://schemas.microsoft.com/office/drawing/2014/main" id="{94DDBA5B-95F2-5144-CF6C-C9308FB8A850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9" name="Hình Bầu dục 998">
                <a:extLst>
                  <a:ext uri="{FF2B5EF4-FFF2-40B4-BE49-F238E27FC236}">
                    <a16:creationId xmlns:a16="http://schemas.microsoft.com/office/drawing/2014/main" id="{91CEE914-9187-58E6-A469-31B08B83F1B4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0" name="Hình Bầu dục 999">
                <a:extLst>
                  <a:ext uri="{FF2B5EF4-FFF2-40B4-BE49-F238E27FC236}">
                    <a16:creationId xmlns:a16="http://schemas.microsoft.com/office/drawing/2014/main" id="{6AEB64A4-677D-2288-B5E1-28D3786689F2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4" name="Nhóm 963">
              <a:extLst>
                <a:ext uri="{FF2B5EF4-FFF2-40B4-BE49-F238E27FC236}">
                  <a16:creationId xmlns:a16="http://schemas.microsoft.com/office/drawing/2014/main" id="{77241F88-529D-B364-E964-640A665037FA}"/>
                </a:ext>
              </a:extLst>
            </p:cNvPr>
            <p:cNvGrpSpPr/>
            <p:nvPr/>
          </p:nvGrpSpPr>
          <p:grpSpPr>
            <a:xfrm>
              <a:off x="17888278" y="13826339"/>
              <a:ext cx="417112" cy="1289162"/>
              <a:chOff x="13018859" y="8710508"/>
              <a:chExt cx="417112" cy="1260475"/>
            </a:xfrm>
          </p:grpSpPr>
          <p:grpSp>
            <p:nvGrpSpPr>
              <p:cNvPr id="991" name="Nhóm 990">
                <a:extLst>
                  <a:ext uri="{FF2B5EF4-FFF2-40B4-BE49-F238E27FC236}">
                    <a16:creationId xmlns:a16="http://schemas.microsoft.com/office/drawing/2014/main" id="{F9FF6BFB-3205-84AB-77AE-0D6B73168BBD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995" name="Hình chữ nhật: Góc Tròn 994">
                  <a:extLst>
                    <a:ext uri="{FF2B5EF4-FFF2-40B4-BE49-F238E27FC236}">
                      <a16:creationId xmlns:a16="http://schemas.microsoft.com/office/drawing/2014/main" id="{2B38E2B9-0293-F93D-3AE6-04DF4A548BCA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376"/>
                  </a:avLst>
                </a:prstGeom>
                <a:gradFill>
                  <a:gsLst>
                    <a:gs pos="0">
                      <a:srgbClr val="FF7401"/>
                    </a:gs>
                    <a:gs pos="52000">
                      <a:srgbClr val="9900FF"/>
                    </a:gs>
                    <a:gs pos="100000">
                      <a:srgbClr val="F2AA84"/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96" name="Hình Bầu dục 995">
                  <a:extLst>
                    <a:ext uri="{FF2B5EF4-FFF2-40B4-BE49-F238E27FC236}">
                      <a16:creationId xmlns:a16="http://schemas.microsoft.com/office/drawing/2014/main" id="{D81D563D-81F0-51AF-00DD-9DF7A6F7A349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92" name="Hình Bầu dục 991">
                <a:extLst>
                  <a:ext uri="{FF2B5EF4-FFF2-40B4-BE49-F238E27FC236}">
                    <a16:creationId xmlns:a16="http://schemas.microsoft.com/office/drawing/2014/main" id="{761F554E-3539-9716-3DDC-4C70DF618665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3" name="Hình Bầu dục 992">
                <a:extLst>
                  <a:ext uri="{FF2B5EF4-FFF2-40B4-BE49-F238E27FC236}">
                    <a16:creationId xmlns:a16="http://schemas.microsoft.com/office/drawing/2014/main" id="{5A38D031-27F2-96E5-6948-C84BD762F4F0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4" name="Hình Bầu dục 993">
                <a:extLst>
                  <a:ext uri="{FF2B5EF4-FFF2-40B4-BE49-F238E27FC236}">
                    <a16:creationId xmlns:a16="http://schemas.microsoft.com/office/drawing/2014/main" id="{E430698E-6040-5296-FB20-657208E89D4F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85" name="Đường nối Thẳng 984">
              <a:extLst>
                <a:ext uri="{FF2B5EF4-FFF2-40B4-BE49-F238E27FC236}">
                  <a16:creationId xmlns:a16="http://schemas.microsoft.com/office/drawing/2014/main" id="{EDA99487-786C-BC55-32F3-5C6211726294}"/>
                </a:ext>
              </a:extLst>
            </p:cNvPr>
            <p:cNvCxnSpPr>
              <a:cxnSpLocks/>
            </p:cNvCxnSpPr>
            <p:nvPr/>
          </p:nvCxnSpPr>
          <p:spPr>
            <a:xfrm>
              <a:off x="8303794" y="13272821"/>
              <a:ext cx="51308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6" name="Đường nối Thẳng 985">
              <a:extLst>
                <a:ext uri="{FF2B5EF4-FFF2-40B4-BE49-F238E27FC236}">
                  <a16:creationId xmlns:a16="http://schemas.microsoft.com/office/drawing/2014/main" id="{E0262499-E586-1DFE-DE99-B43772EFF1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8972" y="13264440"/>
              <a:ext cx="0" cy="265198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7406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220C5-BE22-6464-ECB1-1CB37C03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Nhóm 1">
            <a:extLst>
              <a:ext uri="{FF2B5EF4-FFF2-40B4-BE49-F238E27FC236}">
                <a16:creationId xmlns:a16="http://schemas.microsoft.com/office/drawing/2014/main" id="{80F762EA-782E-14AD-F82B-56567CDBF8AF}"/>
              </a:ext>
            </a:extLst>
          </p:cNvPr>
          <p:cNvGrpSpPr/>
          <p:nvPr/>
        </p:nvGrpSpPr>
        <p:grpSpPr>
          <a:xfrm>
            <a:off x="9323884" y="8277886"/>
            <a:ext cx="4608953" cy="5522138"/>
            <a:chOff x="9323884" y="8277886"/>
            <a:chExt cx="4608953" cy="5522138"/>
          </a:xfrm>
        </p:grpSpPr>
        <p:grpSp>
          <p:nvGrpSpPr>
            <p:cNvPr id="1010" name="Nhóm 1009">
              <a:extLst>
                <a:ext uri="{FF2B5EF4-FFF2-40B4-BE49-F238E27FC236}">
                  <a16:creationId xmlns:a16="http://schemas.microsoft.com/office/drawing/2014/main" id="{E42265B7-42E9-4651-9708-84628B50A941}"/>
                </a:ext>
              </a:extLst>
            </p:cNvPr>
            <p:cNvGrpSpPr/>
            <p:nvPr/>
          </p:nvGrpSpPr>
          <p:grpSpPr>
            <a:xfrm>
              <a:off x="9392617" y="8277886"/>
              <a:ext cx="417112" cy="1260475"/>
              <a:chOff x="13018859" y="8710508"/>
              <a:chExt cx="417112" cy="1260475"/>
            </a:xfrm>
          </p:grpSpPr>
          <p:grpSp>
            <p:nvGrpSpPr>
              <p:cNvPr id="1018" name="Nhóm 1017">
                <a:extLst>
                  <a:ext uri="{FF2B5EF4-FFF2-40B4-BE49-F238E27FC236}">
                    <a16:creationId xmlns:a16="http://schemas.microsoft.com/office/drawing/2014/main" id="{AAAF207F-559A-837A-A2FF-BBCF900F29EE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022" name="Hình chữ nhật: Góc Tròn 1021">
                  <a:extLst>
                    <a:ext uri="{FF2B5EF4-FFF2-40B4-BE49-F238E27FC236}">
                      <a16:creationId xmlns:a16="http://schemas.microsoft.com/office/drawing/2014/main" id="{CBDB6347-CDE1-8A9C-47B1-FE20105DC3F9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376"/>
                  </a:avLst>
                </a:prstGeom>
                <a:gradFill>
                  <a:gsLst>
                    <a:gs pos="51100">
                      <a:srgbClr val="0033CC"/>
                    </a:gs>
                    <a:gs pos="0">
                      <a:srgbClr val="46B1E1"/>
                    </a:gs>
                    <a:gs pos="100000">
                      <a:srgbClr val="47D45A"/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23" name="Hình Bầu dục 1022">
                  <a:extLst>
                    <a:ext uri="{FF2B5EF4-FFF2-40B4-BE49-F238E27FC236}">
                      <a16:creationId xmlns:a16="http://schemas.microsoft.com/office/drawing/2014/main" id="{37379F3D-3A9A-6B49-C09E-C9DB5133C4B7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19" name="Hình Bầu dục 1018">
                <a:extLst>
                  <a:ext uri="{FF2B5EF4-FFF2-40B4-BE49-F238E27FC236}">
                    <a16:creationId xmlns:a16="http://schemas.microsoft.com/office/drawing/2014/main" id="{CB60A259-AB76-9B11-C718-F882C96570C3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0" name="Hình Bầu dục 1019">
                <a:extLst>
                  <a:ext uri="{FF2B5EF4-FFF2-40B4-BE49-F238E27FC236}">
                    <a16:creationId xmlns:a16="http://schemas.microsoft.com/office/drawing/2014/main" id="{B1E6A4DC-5D76-503D-2493-923C2169137B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1" name="Hình Bầu dục 1020">
                <a:extLst>
                  <a:ext uri="{FF2B5EF4-FFF2-40B4-BE49-F238E27FC236}">
                    <a16:creationId xmlns:a16="http://schemas.microsoft.com/office/drawing/2014/main" id="{2E40F76E-967B-C1DD-96A8-52771DAC048E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1" name="Nhóm 1030">
              <a:extLst>
                <a:ext uri="{FF2B5EF4-FFF2-40B4-BE49-F238E27FC236}">
                  <a16:creationId xmlns:a16="http://schemas.microsoft.com/office/drawing/2014/main" id="{B0C3C00C-593C-8C7B-E0DB-2BEF214AC8F5}"/>
                </a:ext>
              </a:extLst>
            </p:cNvPr>
            <p:cNvGrpSpPr/>
            <p:nvPr/>
          </p:nvGrpSpPr>
          <p:grpSpPr>
            <a:xfrm>
              <a:off x="9412114" y="12510862"/>
              <a:ext cx="417112" cy="1289162"/>
              <a:chOff x="13018859" y="8710508"/>
              <a:chExt cx="417112" cy="1260475"/>
            </a:xfrm>
          </p:grpSpPr>
          <p:grpSp>
            <p:nvGrpSpPr>
              <p:cNvPr id="1032" name="Nhóm 1031">
                <a:extLst>
                  <a:ext uri="{FF2B5EF4-FFF2-40B4-BE49-F238E27FC236}">
                    <a16:creationId xmlns:a16="http://schemas.microsoft.com/office/drawing/2014/main" id="{4DEA8459-885C-A3AB-48A7-AAD4F86794D3}"/>
                  </a:ext>
                </a:extLst>
              </p:cNvPr>
              <p:cNvGrpSpPr/>
              <p:nvPr/>
            </p:nvGrpSpPr>
            <p:grpSpPr>
              <a:xfrm>
                <a:off x="13018859" y="8710508"/>
                <a:ext cx="417112" cy="1260475"/>
                <a:chOff x="13629375" y="8884392"/>
                <a:chExt cx="513673" cy="1552275"/>
              </a:xfrm>
            </p:grpSpPr>
            <p:sp>
              <p:nvSpPr>
                <p:cNvPr id="1036" name="Hình chữ nhật: Góc Tròn 1035">
                  <a:extLst>
                    <a:ext uri="{FF2B5EF4-FFF2-40B4-BE49-F238E27FC236}">
                      <a16:creationId xmlns:a16="http://schemas.microsoft.com/office/drawing/2014/main" id="{8A68B3AD-D136-F30D-C5FA-B6157E23D09E}"/>
                    </a:ext>
                  </a:extLst>
                </p:cNvPr>
                <p:cNvSpPr/>
                <p:nvPr/>
              </p:nvSpPr>
              <p:spPr>
                <a:xfrm>
                  <a:off x="13629375" y="8884392"/>
                  <a:ext cx="513673" cy="1552275"/>
                </a:xfrm>
                <a:prstGeom prst="roundRect">
                  <a:avLst>
                    <a:gd name="adj" fmla="val 14376"/>
                  </a:avLst>
                </a:prstGeom>
                <a:gradFill>
                  <a:gsLst>
                    <a:gs pos="0">
                      <a:srgbClr val="FF7401"/>
                    </a:gs>
                    <a:gs pos="52000">
                      <a:srgbClr val="9900FF"/>
                    </a:gs>
                    <a:gs pos="100000">
                      <a:srgbClr val="E59EDD"/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37" name="Hình Bầu dục 1036">
                  <a:extLst>
                    <a:ext uri="{FF2B5EF4-FFF2-40B4-BE49-F238E27FC236}">
                      <a16:creationId xmlns:a16="http://schemas.microsoft.com/office/drawing/2014/main" id="{B6988A25-B699-BCC8-7F15-E68AF24B23D4}"/>
                    </a:ext>
                  </a:extLst>
                </p:cNvPr>
                <p:cNvSpPr/>
                <p:nvPr/>
              </p:nvSpPr>
              <p:spPr>
                <a:xfrm>
                  <a:off x="13729076" y="8993526"/>
                  <a:ext cx="319074" cy="30103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33" name="Hình Bầu dục 1032">
                <a:extLst>
                  <a:ext uri="{FF2B5EF4-FFF2-40B4-BE49-F238E27FC236}">
                    <a16:creationId xmlns:a16="http://schemas.microsoft.com/office/drawing/2014/main" id="{197795E1-F93A-B6C3-D611-31068128D8FA}"/>
                  </a:ext>
                </a:extLst>
              </p:cNvPr>
              <p:cNvSpPr/>
              <p:nvPr/>
            </p:nvSpPr>
            <p:spPr>
              <a:xfrm>
                <a:off x="13099818" y="9086137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4" name="Hình Bầu dục 1033">
                <a:extLst>
                  <a:ext uri="{FF2B5EF4-FFF2-40B4-BE49-F238E27FC236}">
                    <a16:creationId xmlns:a16="http://schemas.microsoft.com/office/drawing/2014/main" id="{C8DB538C-3C31-2384-FFB1-DC358BBB34FF}"/>
                  </a:ext>
                </a:extLst>
              </p:cNvPr>
              <p:cNvSpPr/>
              <p:nvPr/>
            </p:nvSpPr>
            <p:spPr>
              <a:xfrm>
                <a:off x="13097868" y="9372003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5" name="Hình Bầu dục 1034">
                <a:extLst>
                  <a:ext uri="{FF2B5EF4-FFF2-40B4-BE49-F238E27FC236}">
                    <a16:creationId xmlns:a16="http://schemas.microsoft.com/office/drawing/2014/main" id="{51C4EDFA-30A4-3C47-A819-697320C4FDC5}"/>
                  </a:ext>
                </a:extLst>
              </p:cNvPr>
              <p:cNvSpPr/>
              <p:nvPr/>
            </p:nvSpPr>
            <p:spPr>
              <a:xfrm>
                <a:off x="13097868" y="9660631"/>
                <a:ext cx="259094" cy="2444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39" name="Google Shape;66;p15">
              <a:extLst>
                <a:ext uri="{FF2B5EF4-FFF2-40B4-BE49-F238E27FC236}">
                  <a16:creationId xmlns:a16="http://schemas.microsoft.com/office/drawing/2014/main" id="{62357BF7-4C64-F815-438C-C7E13B0B9265}"/>
                </a:ext>
              </a:extLst>
            </p:cNvPr>
            <p:cNvSpPr/>
            <p:nvPr/>
          </p:nvSpPr>
          <p:spPr>
            <a:xfrm rot="5400000">
              <a:off x="10644263" y="10612052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1040" name="Google Shape;68;p15">
              <a:extLst>
                <a:ext uri="{FF2B5EF4-FFF2-40B4-BE49-F238E27FC236}">
                  <a16:creationId xmlns:a16="http://schemas.microsoft.com/office/drawing/2014/main" id="{F906BFAD-D8F2-AA3C-34D6-13A22B620A3A}"/>
                </a:ext>
              </a:extLst>
            </p:cNvPr>
            <p:cNvSpPr/>
            <p:nvPr/>
          </p:nvSpPr>
          <p:spPr>
            <a:xfrm rot="5400000">
              <a:off x="11113619" y="10612053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1041" name="Google Shape;69;p15">
              <a:extLst>
                <a:ext uri="{FF2B5EF4-FFF2-40B4-BE49-F238E27FC236}">
                  <a16:creationId xmlns:a16="http://schemas.microsoft.com/office/drawing/2014/main" id="{3618458E-F9B8-A0C7-EC46-1158609446BB}"/>
                </a:ext>
              </a:extLst>
            </p:cNvPr>
            <p:cNvSpPr/>
            <p:nvPr/>
          </p:nvSpPr>
          <p:spPr>
            <a:xfrm rot="5400000">
              <a:off x="11582971" y="10610422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sp>
          <p:nvSpPr>
            <p:cNvPr id="1042" name="Google Shape;66;p15">
              <a:extLst>
                <a:ext uri="{FF2B5EF4-FFF2-40B4-BE49-F238E27FC236}">
                  <a16:creationId xmlns:a16="http://schemas.microsoft.com/office/drawing/2014/main" id="{A14B8794-8D90-37CE-861B-37DA47FFF58E}"/>
                </a:ext>
              </a:extLst>
            </p:cNvPr>
            <p:cNvSpPr/>
            <p:nvPr/>
          </p:nvSpPr>
          <p:spPr>
            <a:xfrm rot="5400000">
              <a:off x="12149395" y="10628858"/>
              <a:ext cx="1272357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D8EDBA">
                    <a:alpha val="57647"/>
                  </a:srgbClr>
                </a:gs>
                <a:gs pos="100000">
                  <a:srgbClr val="FE9696">
                    <a:alpha val="7372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Linear</a:t>
              </a:r>
              <a:endParaRPr dirty="0"/>
            </a:p>
          </p:txBody>
        </p:sp>
        <p:sp>
          <p:nvSpPr>
            <p:cNvPr id="1043" name="Google Shape;68;p15">
              <a:extLst>
                <a:ext uri="{FF2B5EF4-FFF2-40B4-BE49-F238E27FC236}">
                  <a16:creationId xmlns:a16="http://schemas.microsoft.com/office/drawing/2014/main" id="{EFFEDC7D-2703-9117-556D-A8A17D09E8C4}"/>
                </a:ext>
              </a:extLst>
            </p:cNvPr>
            <p:cNvSpPr/>
            <p:nvPr/>
          </p:nvSpPr>
          <p:spPr>
            <a:xfrm rot="5400000">
              <a:off x="12618751" y="10628859"/>
              <a:ext cx="1272354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9215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GELU</a:t>
              </a:r>
              <a:endParaRPr dirty="0"/>
            </a:p>
          </p:txBody>
        </p:sp>
        <p:sp>
          <p:nvSpPr>
            <p:cNvPr id="1044" name="Google Shape;69;p15">
              <a:extLst>
                <a:ext uri="{FF2B5EF4-FFF2-40B4-BE49-F238E27FC236}">
                  <a16:creationId xmlns:a16="http://schemas.microsoft.com/office/drawing/2014/main" id="{612CE85E-C56D-565B-73FC-942B02A875CA}"/>
                </a:ext>
              </a:extLst>
            </p:cNvPr>
            <p:cNvSpPr/>
            <p:nvPr/>
          </p:nvSpPr>
          <p:spPr>
            <a:xfrm rot="5400000">
              <a:off x="13088103" y="10627228"/>
              <a:ext cx="1272356" cy="41711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C9DAF8"/>
                </a:gs>
                <a:gs pos="100000">
                  <a:srgbClr val="DE87F1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dirty="0"/>
                <a:t>Dropout</a:t>
              </a:r>
            </a:p>
          </p:txBody>
        </p:sp>
        <p:cxnSp>
          <p:nvCxnSpPr>
            <p:cNvPr id="1045" name="Đường nối Thẳng 1044">
              <a:extLst>
                <a:ext uri="{FF2B5EF4-FFF2-40B4-BE49-F238E27FC236}">
                  <a16:creationId xmlns:a16="http://schemas.microsoft.com/office/drawing/2014/main" id="{3D1A0800-8C14-696D-C3B2-EFE3650E33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20734" y="10810918"/>
              <a:ext cx="159844" cy="1505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6" name="Đường nối Thẳng 1045">
              <a:extLst>
                <a:ext uri="{FF2B5EF4-FFF2-40B4-BE49-F238E27FC236}">
                  <a16:creationId xmlns:a16="http://schemas.microsoft.com/office/drawing/2014/main" id="{2C3657E4-5986-47BC-0049-A43563A355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99738" y="10768148"/>
              <a:ext cx="465792" cy="0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4" name="Đường nối Thẳng 1063">
              <a:extLst>
                <a:ext uri="{FF2B5EF4-FFF2-40B4-BE49-F238E27FC236}">
                  <a16:creationId xmlns:a16="http://schemas.microsoft.com/office/drawing/2014/main" id="{707E34AF-72DC-889D-6A16-AD885ECC8E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323" y="8914900"/>
              <a:ext cx="2727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5" name="Đường nối Thẳng 1064">
              <a:extLst>
                <a:ext uri="{FF2B5EF4-FFF2-40B4-BE49-F238E27FC236}">
                  <a16:creationId xmlns:a16="http://schemas.microsoft.com/office/drawing/2014/main" id="{62A95010-2BFC-F751-BF63-04EFFF0DAB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1067" y="8911860"/>
              <a:ext cx="0" cy="1371741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3" name="Đường nối Thẳng 1072">
              <a:extLst>
                <a:ext uri="{FF2B5EF4-FFF2-40B4-BE49-F238E27FC236}">
                  <a16:creationId xmlns:a16="http://schemas.microsoft.com/office/drawing/2014/main" id="{6D0A7255-F599-EE76-6A71-BFC317F80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15065" y="13160580"/>
              <a:ext cx="28416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4" name="Đường nối Thẳng 1073">
              <a:extLst>
                <a:ext uri="{FF2B5EF4-FFF2-40B4-BE49-F238E27FC236}">
                  <a16:creationId xmlns:a16="http://schemas.microsoft.com/office/drawing/2014/main" id="{BBDBC962-2CF9-05EC-C6AF-F4EADE173EE1}"/>
                </a:ext>
              </a:extLst>
            </p:cNvPr>
            <p:cNvCxnSpPr>
              <a:cxnSpLocks/>
            </p:cNvCxnSpPr>
            <p:nvPr/>
          </p:nvCxnSpPr>
          <p:spPr>
            <a:xfrm>
              <a:off x="10095577" y="11514496"/>
              <a:ext cx="0" cy="1649349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78" name="Google Shape;71;p15">
              <a:extLst>
                <a:ext uri="{FF2B5EF4-FFF2-40B4-BE49-F238E27FC236}">
                  <a16:creationId xmlns:a16="http://schemas.microsoft.com/office/drawing/2014/main" id="{E86D9240-CA22-6B5A-976A-D9E42DB410BC}"/>
                </a:ext>
              </a:extLst>
            </p:cNvPr>
            <p:cNvSpPr/>
            <p:nvPr/>
          </p:nvSpPr>
          <p:spPr>
            <a:xfrm>
              <a:off x="9323884" y="10280629"/>
              <a:ext cx="1264805" cy="12338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E0EDBA">
                    <a:alpha val="70980"/>
                  </a:srgbClr>
                </a:gs>
                <a:gs pos="100000">
                  <a:srgbClr val="B6D7A8"/>
                </a:gs>
              </a:gsLst>
              <a:lin ang="13500032" scaled="0"/>
            </a:gra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Fusion Block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81734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8BE0D-53AF-BEDD-4310-6B9BBBC02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: Góc Tròn 1">
            <a:extLst>
              <a:ext uri="{FF2B5EF4-FFF2-40B4-BE49-F238E27FC236}">
                <a16:creationId xmlns:a16="http://schemas.microsoft.com/office/drawing/2014/main" id="{3E8227CF-04D6-F0B1-F6EC-228526BD3932}"/>
              </a:ext>
            </a:extLst>
          </p:cNvPr>
          <p:cNvSpPr/>
          <p:nvPr/>
        </p:nvSpPr>
        <p:spPr>
          <a:xfrm>
            <a:off x="10912492" y="9480489"/>
            <a:ext cx="3128628" cy="1949511"/>
          </a:xfrm>
          <a:prstGeom prst="roundRect">
            <a:avLst>
              <a:gd name="adj" fmla="val 14234"/>
            </a:avLst>
          </a:prstGeom>
          <a:solidFill>
            <a:srgbClr val="FBF6D9"/>
          </a:solidFill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66;p15">
            <a:extLst>
              <a:ext uri="{FF2B5EF4-FFF2-40B4-BE49-F238E27FC236}">
                <a16:creationId xmlns:a16="http://schemas.microsoft.com/office/drawing/2014/main" id="{71071697-D1F6-4BDE-B96B-4F866C460828}"/>
              </a:ext>
            </a:extLst>
          </p:cNvPr>
          <p:cNvSpPr/>
          <p:nvPr/>
        </p:nvSpPr>
        <p:spPr>
          <a:xfrm>
            <a:off x="11592290" y="9761234"/>
            <a:ext cx="1272357" cy="41711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D8EDBA">
                  <a:alpha val="57647"/>
                </a:srgbClr>
              </a:gs>
              <a:gs pos="100000">
                <a:srgbClr val="FE9696">
                  <a:alpha val="73725"/>
                </a:srgbClr>
              </a:gs>
            </a:gsLst>
            <a:lin ang="13500032" scaled="0"/>
          </a:gra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Linear</a:t>
            </a:r>
            <a:endParaRPr dirty="0"/>
          </a:p>
        </p:txBody>
      </p:sp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97B956D3-509E-BAA1-C414-3C8BF0E62272}"/>
              </a:ext>
            </a:extLst>
          </p:cNvPr>
          <p:cNvCxnSpPr>
            <a:cxnSpLocks/>
          </p:cNvCxnSpPr>
          <p:nvPr/>
        </p:nvCxnSpPr>
        <p:spPr>
          <a:xfrm flipV="1">
            <a:off x="12253300" y="10184840"/>
            <a:ext cx="0" cy="3604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" name="Nhóm 5">
            <a:extLst>
              <a:ext uri="{FF2B5EF4-FFF2-40B4-BE49-F238E27FC236}">
                <a16:creationId xmlns:a16="http://schemas.microsoft.com/office/drawing/2014/main" id="{6E9082DD-AE1A-7AC4-D759-125901F8CEF2}"/>
              </a:ext>
            </a:extLst>
          </p:cNvPr>
          <p:cNvGrpSpPr/>
          <p:nvPr/>
        </p:nvGrpSpPr>
        <p:grpSpPr>
          <a:xfrm>
            <a:off x="11784301" y="10570199"/>
            <a:ext cx="917908" cy="724277"/>
            <a:chOff x="14588391" y="16078200"/>
            <a:chExt cx="1715688" cy="1353766"/>
          </a:xfrm>
        </p:grpSpPr>
        <p:sp>
          <p:nvSpPr>
            <p:cNvPr id="7" name="Hình chữ nhật 6">
              <a:extLst>
                <a:ext uri="{FF2B5EF4-FFF2-40B4-BE49-F238E27FC236}">
                  <a16:creationId xmlns:a16="http://schemas.microsoft.com/office/drawing/2014/main" id="{8886D87E-A386-8A9C-DC0B-7ABE460937DA}"/>
                </a:ext>
              </a:extLst>
            </p:cNvPr>
            <p:cNvSpPr/>
            <p:nvPr/>
          </p:nvSpPr>
          <p:spPr>
            <a:xfrm>
              <a:off x="14588391" y="16078200"/>
              <a:ext cx="417113" cy="135376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Hình chữ nhật 7">
              <a:extLst>
                <a:ext uri="{FF2B5EF4-FFF2-40B4-BE49-F238E27FC236}">
                  <a16:creationId xmlns:a16="http://schemas.microsoft.com/office/drawing/2014/main" id="{32A19189-0E9A-3E8D-C4F4-A14FE5D7B29D}"/>
                </a:ext>
              </a:extLst>
            </p:cNvPr>
            <p:cNvSpPr/>
            <p:nvPr/>
          </p:nvSpPr>
          <p:spPr>
            <a:xfrm>
              <a:off x="15023366" y="16078200"/>
              <a:ext cx="417113" cy="135376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Hình chữ nhật 8">
              <a:extLst>
                <a:ext uri="{FF2B5EF4-FFF2-40B4-BE49-F238E27FC236}">
                  <a16:creationId xmlns:a16="http://schemas.microsoft.com/office/drawing/2014/main" id="{4E83FD75-CFFE-CC51-D142-DEAFC4B20738}"/>
                </a:ext>
              </a:extLst>
            </p:cNvPr>
            <p:cNvSpPr/>
            <p:nvPr/>
          </p:nvSpPr>
          <p:spPr>
            <a:xfrm>
              <a:off x="15458341" y="16078200"/>
              <a:ext cx="417113" cy="135376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Hình chữ nhật 9">
              <a:extLst>
                <a:ext uri="{FF2B5EF4-FFF2-40B4-BE49-F238E27FC236}">
                  <a16:creationId xmlns:a16="http://schemas.microsoft.com/office/drawing/2014/main" id="{EB1C72CD-494F-5702-D2A6-EB26AA8C5665}"/>
                </a:ext>
              </a:extLst>
            </p:cNvPr>
            <p:cNvSpPr/>
            <p:nvPr/>
          </p:nvSpPr>
          <p:spPr>
            <a:xfrm>
              <a:off x="15886966" y="16078200"/>
              <a:ext cx="417113" cy="135376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EE7F6FE4-FBDB-5FF6-1267-A14A7E84CD28}"/>
              </a:ext>
            </a:extLst>
          </p:cNvPr>
          <p:cNvSpPr txBox="1"/>
          <p:nvPr/>
        </p:nvSpPr>
        <p:spPr>
          <a:xfrm>
            <a:off x="12286075" y="10159974"/>
            <a:ext cx="1795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864138986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Chủ đề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hủ đề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hủ đề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</TotalTime>
  <Words>144</Words>
  <Application>Microsoft Office PowerPoint</Application>
  <PresentationFormat>Tùy chỉnh</PresentationFormat>
  <Paragraphs>125</Paragraphs>
  <Slides>5</Slides>
  <Notes>5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Tahoma</vt:lpstr>
      <vt:lpstr>Times New Roman</vt:lpstr>
      <vt:lpstr>Chủ đề Office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Gad Kyu</dc:creator>
  <cp:lastModifiedBy>Gad Kyu</cp:lastModifiedBy>
  <cp:revision>18</cp:revision>
  <dcterms:created xsi:type="dcterms:W3CDTF">2025-01-20T07:37:45Z</dcterms:created>
  <dcterms:modified xsi:type="dcterms:W3CDTF">2025-01-21T03:34:32Z</dcterms:modified>
</cp:coreProperties>
</file>